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64cf270c7_2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d64cf270c7_2_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2d64cf270c7_2_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64cf270c7_2_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2d64cf270c7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af3b54ef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Presente em aplicações como: </a:t>
            </a:r>
            <a:r>
              <a:rPr b="1" lang="pt-PT"/>
              <a:t>Processamento de Informações</a:t>
            </a:r>
            <a:r>
              <a:rPr lang="pt-PT"/>
              <a:t>; </a:t>
            </a:r>
            <a:r>
              <a:rPr b="1" lang="pt-PT"/>
              <a:t>Banco de Dados</a:t>
            </a:r>
            <a:r>
              <a:rPr lang="pt-PT"/>
              <a:t> e, consequentemente, </a:t>
            </a:r>
            <a:r>
              <a:rPr b="1" lang="pt-PT"/>
              <a:t>Sistemas de recuperação de dados</a:t>
            </a:r>
            <a:r>
              <a:rPr lang="pt-PT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Pois alguns algoritmos </a:t>
            </a:r>
            <a:r>
              <a:rPr b="1" lang="pt-PT"/>
              <a:t>minimizam comparações</a:t>
            </a:r>
            <a:r>
              <a:rPr lang="pt-PT"/>
              <a:t>; outros </a:t>
            </a:r>
            <a:r>
              <a:rPr b="1" lang="pt-PT"/>
              <a:t>priorizam a redução no número de trocas</a:t>
            </a:r>
            <a:r>
              <a:rPr lang="pt-PT"/>
              <a:t>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3: Como </a:t>
            </a:r>
            <a:r>
              <a:rPr b="1" lang="pt-PT"/>
              <a:t>organização inicial dos dados</a:t>
            </a:r>
            <a:r>
              <a:rPr lang="pt-PT"/>
              <a:t> e </a:t>
            </a:r>
            <a:r>
              <a:rPr b="1" lang="pt-PT"/>
              <a:t>conjunto de operações internas realizadas.</a:t>
            </a:r>
            <a:endParaRPr b="1"/>
          </a:p>
        </p:txBody>
      </p:sp>
      <p:sp>
        <p:nvSpPr>
          <p:cNvPr id="149" name="Google Shape;149;g3d6af3b54ef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6af3b54ef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d6af3b54ef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a355f8ee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d6a355f8ee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6a355f8ee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6a355f8ee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66e768c46_1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66e768c46_1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6898aa915_0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6898aa915_0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6898aa915_0_3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6898aa915_0_3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6898aa915_0_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6898aa915_0_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6898aa915_0_3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d6898aa915_0_3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6898aa915_0_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d6898aa915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6898aa915_0_4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6898aa915_0_4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6898aa915_0_5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d6898aa915_0_5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d6898aa915_0_5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d6898aa915_0_5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6898aa915_0_5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d6898aa915_0_5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d6898aa915_0_6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d6898aa915_0_6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d6898aa915_0_7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d6898aa915_0_7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d6af3b54e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d6af3b54e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6a355f8ee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g3d6a355f8ee_1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d1c8314931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d1c8314931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d66e768c46_1_2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g3d66e768c46_1_2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66e768c46_1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d66e768c46_1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66e768c4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g3d66e768c4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d66e768c46_2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g3d66e768c46_2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d66e768c46_2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d66e768c46_2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d66e768c46_2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d66e768c46_2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d66e768c46_2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d66e768c46_2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d66e768c46_2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d66e768c46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d66e768c46_2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d66e768c46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d66e768c46_2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3d66e768c46_2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d66e768c46_2_1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g3d66e768c46_2_1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d66e768c46_2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d66e768c46_2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d66e768c46_2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g3d66e768c46_2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d6898aa91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g3d6898aa91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d66e768c46_2_2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g3d66e768c46_2_2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3d6898aa915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d6898aa915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d6898aa915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d6898aa915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d6898aa915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d6898aa915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d6898aa915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g3d6898aa91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d6898aa915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g3d6898aa915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d6898aa915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g3d6898aa915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d6898aa915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g3d6898aa915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d6898aa915_0_1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g3d6898aa915_0_1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d6898aa915_0_2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g3d6898aa915_0_2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d6898aa915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g3d6898aa915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d6898aa915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g3d6898aa915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d6898aa915_0_2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g3d6898aa915_0_2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d6898aa915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g3d6898aa915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d6af3b54ef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g3d6af3b54ef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b6596214bb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o gráfico confirma a natureza quadrática em todos os cenários. Quando o tamanho do vetor triplica, os tempos aumentam por um fator entre 9,0 e 9,2. Este crescimento nonuplicado é assinatura empírica de uma complexidade quadrática, onde o custo é proporcional ao quadrado do tamanho da entrada.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2: A hierarquia de desempenho é mantida em todas as entradas. O cenário crescente permanece o mais rápido, pois evita a formação de ciclos longos. O decrescente apresenta tempo aproximadamente 1,9 vezes maior que o crescente para cada tamanho, um custo adicional para desfazer a ordem inversa. O aleatório se consolida como o pior caso, com tempos cerca de 3 vezes superiores aos do cenário decrescente na mesma escala.</a:t>
            </a:r>
            <a:endParaRPr/>
          </a:p>
        </p:txBody>
      </p:sp>
      <p:sp>
        <p:nvSpPr>
          <p:cNvPr id="1068" name="Google Shape;1068;g3b6596214bb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d6af3b54ef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o gráfico confirma a natureza quadrática em todos os cenários. Quando o tamanho do vetor triplica, os tempos aumentam por um fator entre 9,0 e 9,2. Este crescimento nonuplicado é assinatura empírica de uma complexidade quadrática, onde o custo é proporcional ao quadrado do tamanho da entrada.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2: A hierarquia de desempenho é mantida em todas as entradas. O cenário crescente permanece o mais rápido, pois evita a formação de ciclos longos. O decrescente apresenta tempo aproximadamente 1,9 vezes maior que o crescente para cada tamanho, um custo adicional para desfazer a ordem inversa. O aleatório se consolida como o pior caso, com tempos cerca de 3 vezes superiores aos do cenário decrescente na mesma escala.</a:t>
            </a:r>
            <a:endParaRPr/>
          </a:p>
        </p:txBody>
      </p:sp>
      <p:sp>
        <p:nvSpPr>
          <p:cNvPr id="1079" name="Google Shape;1079;g3d6af3b54ef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d6af3b54ef_0_2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o gráfico confirma a natureza quadrática em todos os cenários. Quando o tamanho do vetor triplica, os tempos aumentam por um fator entre 9,0 e 9,2. Este crescimento nonuplicado é assinatura empírica de uma complexidade quadrática, onde o custo é proporcional ao quadrado do tamanho da entrada.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2: A hierarquia de desempenho é mantida em todas as entradas. O cenário crescente permanece o mais rápido, pois evita a formação de ciclos longos. O decrescente apresenta tempo aproximadamente 1,9 vezes maior que o crescente para cada tamanho, um custo adicional para desfazer a ordem inversa. O aleatório se consolida como o pior caso, com tempos cerca de 3 vezes superiores aos do cenário decrescente na mesma escala.</a:t>
            </a:r>
            <a:endParaRPr/>
          </a:p>
        </p:txBody>
      </p:sp>
      <p:sp>
        <p:nvSpPr>
          <p:cNvPr id="1090" name="Google Shape;1090;g3d6af3b54ef_0_2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d6af3b54ef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o gráfico confirma a natureza quadrática em todos os cenários. Quando o tamanho do vetor triplica, os tempos aumentam por um fator entre 9,0 e 9,2. Este crescimento nonuplicado é assinatura empírica de uma complexidade quadrática, onde o custo é proporcional ao quadrado do tamanho da entrada.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2: A hierarquia de desempenho é mantida em todas as entradas. O cenário crescente permanece o mais rápido, pois evita a formação de ciclos longos. O decrescente apresenta tempo aproximadamente 1,9 vezes maior que o crescente para cada tamanho, um custo adicional para desfazer a ordem inversa. O aleatório se consolida como o pior caso, com tempos cerca de 3 vezes superiores aos do cenário decrescente na mesma escala.</a:t>
            </a:r>
            <a:endParaRPr/>
          </a:p>
        </p:txBody>
      </p:sp>
      <p:sp>
        <p:nvSpPr>
          <p:cNvPr id="1101" name="Google Shape;1101;g3d6af3b54ef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d6af3b54ef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o gráfico confirma a natureza quadrática em todos os cenários. Quando o tamanho do vetor triplica, os tempos aumentam por um fator entre 9,0 e 9,2. Este crescimento nonuplicado é assinatura empírica de uma complexidade quadrática, onde o custo é proporcional ao quadrado do tamanho da entrada.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2: A hierarquia de desempenho é mantida em todas as entradas. O cenário crescente permanece o mais rápido, pois evita a formação de ciclos longos. O decrescente apresenta tempo aproximadamente 1,9 vezes maior que o crescente para cada tamanho, um custo adicional para desfazer a ordem inversa. O aleatório se consolida como o pior caso, com tempos cerca de 3 vezes superiores aos do cenário decrescente na mesma escala.</a:t>
            </a:r>
            <a:endParaRPr/>
          </a:p>
        </p:txBody>
      </p:sp>
      <p:sp>
        <p:nvSpPr>
          <p:cNvPr id="1112" name="Google Shape;1112;g3d6af3b54ef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aa32d550cd_4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pt-PT"/>
              <a:t>1: A escolha entre os algoritmos deve, portanto, considerar o critério de desempenho prioritário. Para a ordenação geral com foco em velocidade, o shell sort é a alternativa claramente mais adequada. Já o cycle sort só se justifica em contextos extremamente específicos, onde a operação de escrita em memória é o fator crítico a ser otimizado.</a:t>
            </a:r>
            <a:endParaRPr/>
          </a:p>
        </p:txBody>
      </p:sp>
      <p:sp>
        <p:nvSpPr>
          <p:cNvPr id="1123" name="Google Shape;1123;g3aa32d550cd_4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d64cf270c7_2_5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2" name="Google Shape;1132;g2d64cf270c7_2_5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g2d64cf270c7_2_5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d6af3b54ef_0_2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1" name="Google Shape;1141;g3d6af3b54ef_0_2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g3d6af3b54ef_0_2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d6af3b54ef_0_2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0" name="Google Shape;1150;g3d6af3b54ef_0_2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g3d6af3b54ef_0_2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556784" y="4749851"/>
            <a:ext cx="548775" cy="393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28650" y="44529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628650" y="1607344"/>
            <a:ext cx="7886700" cy="30253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8409419" y="4766174"/>
            <a:ext cx="407804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pt-PT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5"/>
          <p:cNvCxnSpPr/>
          <p:nvPr/>
        </p:nvCxnSpPr>
        <p:spPr>
          <a:xfrm>
            <a:off x="0" y="459581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8B313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5" name="Google Shape;105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6" name="Google Shape;106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0" y="4767263"/>
            <a:ext cx="9144000" cy="0"/>
          </a:xfrm>
          <a:prstGeom prst="straightConnector1">
            <a:avLst/>
          </a:prstGeom>
          <a:noFill/>
          <a:ln cap="flat" cmpd="sng" w="57150">
            <a:solidFill>
              <a:srgbClr val="8B313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0562" y="122531"/>
            <a:ext cx="1002882" cy="1150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PT" sz="2000"/>
              <a:t>1</a:t>
            </a:r>
            <a:endParaRPr sz="2000"/>
          </a:p>
        </p:txBody>
      </p:sp>
      <p:sp>
        <p:nvSpPr>
          <p:cNvPr id="135" name="Google Shape;135;p25"/>
          <p:cNvSpPr txBox="1"/>
          <p:nvPr/>
        </p:nvSpPr>
        <p:spPr>
          <a:xfrm>
            <a:off x="0" y="1272875"/>
            <a:ext cx="9144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pt-PT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Universidade Federal do Piauí</a:t>
            </a:r>
            <a:endParaRPr i="1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pt-PT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Campus Senador Helvídio Nunes de Barros</a:t>
            </a:r>
            <a:endParaRPr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142050" y="2162090"/>
            <a:ext cx="88599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00">
                <a:latin typeface="Calibri"/>
                <a:ea typeface="Calibri"/>
                <a:cs typeface="Calibri"/>
                <a:sym typeface="Calibri"/>
              </a:rPr>
              <a:t>Avaliação Teórica e Experimental dos Algoritmos de Ordenação MergeSort e TimSort</a:t>
            </a:r>
            <a:endParaRPr b="1" sz="2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537300" y="3307813"/>
            <a:ext cx="8069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45720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Discentes:</a:t>
            </a:r>
            <a:r>
              <a:rPr lang="pt-PT" sz="1800">
                <a:latin typeface="Calibri"/>
                <a:ea typeface="Calibri"/>
                <a:cs typeface="Calibri"/>
                <a:sym typeface="Calibri"/>
              </a:rPr>
              <a:t> João Vitor Santana Lima; Samuel Torres Vieira da Silva</a:t>
            </a:r>
            <a:endParaRPr i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2484450" y="4001825"/>
            <a:ext cx="4175100" cy="5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PT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Docente:</a:t>
            </a:r>
            <a:r>
              <a:rPr lang="pt-PT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600">
                <a:latin typeface="Calibri"/>
                <a:ea typeface="Calibri"/>
                <a:cs typeface="Calibri"/>
                <a:sym typeface="Calibri"/>
              </a:rPr>
              <a:t>Raí Araújo de Miranda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PT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Disciplina:</a:t>
            </a:r>
            <a:r>
              <a:rPr lang="pt-PT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PT" sz="1600">
                <a:latin typeface="Calibri"/>
                <a:ea typeface="Calibri"/>
                <a:cs typeface="Calibri"/>
                <a:sym typeface="Calibri"/>
              </a:rPr>
              <a:t>Projeto e Análise de Algoritmos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628650" y="44529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 sz="3250"/>
              <a:t>Sumário</a:t>
            </a:r>
            <a:endParaRPr b="1" sz="3250"/>
          </a:p>
        </p:txBody>
      </p:sp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8484056" y="4810744"/>
            <a:ext cx="261000" cy="19575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628650" y="1526475"/>
            <a:ext cx="7886700" cy="29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730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pt-PT" sz="1700"/>
              <a:t>Introdução</a:t>
            </a:r>
            <a:endParaRPr sz="1700"/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2730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pt-PT" sz="1700"/>
              <a:t>Demonstração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2730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AutoNum type="arabicPeriod"/>
            </a:pPr>
            <a:r>
              <a:rPr lang="pt-PT" sz="1700">
                <a:solidFill>
                  <a:schemeClr val="dk1"/>
                </a:solidFill>
              </a:rPr>
              <a:t>Resultados</a:t>
            </a:r>
            <a:endParaRPr sz="1700">
              <a:solidFill>
                <a:schemeClr val="dk1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730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pt-PT" sz="1700">
                <a:solidFill>
                  <a:schemeClr val="dk1"/>
                </a:solidFill>
              </a:rPr>
              <a:t>Referências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A ordenação de dados é uma operação fundamental em Ciência da Computação;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A eficiência dos algoritmos de ordenação impacta diretamente o desempenho dos sistemas, especialmente com grande volume de dados;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Diferentes algoritmos apresentam comportamentos distintos conforme uma série de fatores.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53" name="Google Shape;153;p27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Introdução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Objetivos: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Realizar uma avaliação comparativa entre o </a:t>
            </a:r>
            <a:r>
              <a:rPr i="1" lang="pt-PT" sz="1700">
                <a:latin typeface="Arial"/>
                <a:ea typeface="Arial"/>
                <a:cs typeface="Arial"/>
                <a:sym typeface="Arial"/>
              </a:rPr>
              <a:t>Merge Sort</a:t>
            </a:r>
            <a:r>
              <a:rPr i="1" lang="pt-PT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i="1" lang="pt-PT" sz="1700">
                <a:latin typeface="Arial"/>
                <a:ea typeface="Arial"/>
                <a:cs typeface="Arial"/>
                <a:sym typeface="Arial"/>
              </a:rPr>
              <a:t>Tim Sort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Relacionar resultados empíricos com previsões teóricas;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1" marL="9144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Analisar desempenho, complexidade assintótica e sensibilidade à ordenação inicial.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Introdução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4" name="Google Shape;164;p28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 MergeSort é um algoritmo de ordenação baseado no paradigma “dividir e conquistar”;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Inventado por John von Neumann em 1945;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Muito usado em grandes volumes de dados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9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Merge</a:t>
            </a:r>
            <a:r>
              <a:rPr b="1" lang="pt-PT" sz="3250"/>
              <a:t>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 algoritmo funciona em três etapas 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Dividir;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Conquistar (resolver)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Combinar (merge).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80" name="Google Shape;180;p30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0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Passos do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88" name="Google Shape;188;p31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28050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4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1349664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6</a:t>
            </a:r>
            <a:endParaRPr sz="1328"/>
          </a:p>
        </p:txBody>
      </p:sp>
      <p:sp>
        <p:nvSpPr>
          <p:cNvPr id="192" name="Google Shape;192;p31"/>
          <p:cNvSpPr/>
          <p:nvPr/>
        </p:nvSpPr>
        <p:spPr>
          <a:xfrm>
            <a:off x="2418851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1</a:t>
            </a:r>
            <a:endParaRPr sz="1328"/>
          </a:p>
        </p:txBody>
      </p:sp>
      <p:sp>
        <p:nvSpPr>
          <p:cNvPr id="193" name="Google Shape;193;p31"/>
          <p:cNvSpPr/>
          <p:nvPr/>
        </p:nvSpPr>
        <p:spPr>
          <a:xfrm>
            <a:off x="3478188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7</a:t>
            </a:r>
            <a:endParaRPr sz="1328"/>
          </a:p>
        </p:txBody>
      </p:sp>
      <p:sp>
        <p:nvSpPr>
          <p:cNvPr id="194" name="Google Shape;194;p31"/>
          <p:cNvSpPr/>
          <p:nvPr/>
        </p:nvSpPr>
        <p:spPr>
          <a:xfrm>
            <a:off x="455720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0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195" name="Google Shape;195;p31"/>
          <p:cNvSpPr/>
          <p:nvPr/>
        </p:nvSpPr>
        <p:spPr>
          <a:xfrm>
            <a:off x="5636217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5</a:t>
            </a:r>
            <a:endParaRPr sz="1328"/>
          </a:p>
        </p:txBody>
      </p:sp>
      <p:sp>
        <p:nvSpPr>
          <p:cNvPr id="196" name="Google Shape;196;p31"/>
          <p:cNvSpPr/>
          <p:nvPr/>
        </p:nvSpPr>
        <p:spPr>
          <a:xfrm>
            <a:off x="671523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2</a:t>
            </a:r>
            <a:endParaRPr sz="1328"/>
          </a:p>
        </p:txBody>
      </p:sp>
      <p:sp>
        <p:nvSpPr>
          <p:cNvPr id="197" name="Google Shape;197;p31"/>
          <p:cNvSpPr/>
          <p:nvPr/>
        </p:nvSpPr>
        <p:spPr>
          <a:xfrm>
            <a:off x="779425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3</a:t>
            </a:r>
            <a:endParaRPr sz="1328"/>
          </a:p>
        </p:txBody>
      </p:sp>
      <p:sp>
        <p:nvSpPr>
          <p:cNvPr id="198" name="Google Shape;198;p31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527475" y="1482450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 de exemplo utilizado: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05" name="Google Shape;205;p32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28050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4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1349664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6</a:t>
            </a:r>
            <a:endParaRPr sz="1328"/>
          </a:p>
        </p:txBody>
      </p:sp>
      <p:sp>
        <p:nvSpPr>
          <p:cNvPr id="209" name="Google Shape;209;p32"/>
          <p:cNvSpPr/>
          <p:nvPr/>
        </p:nvSpPr>
        <p:spPr>
          <a:xfrm>
            <a:off x="2418851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1</a:t>
            </a:r>
            <a:endParaRPr sz="1328"/>
          </a:p>
        </p:txBody>
      </p:sp>
      <p:sp>
        <p:nvSpPr>
          <p:cNvPr id="210" name="Google Shape;210;p32"/>
          <p:cNvSpPr/>
          <p:nvPr/>
        </p:nvSpPr>
        <p:spPr>
          <a:xfrm>
            <a:off x="3478188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7</a:t>
            </a:r>
            <a:endParaRPr sz="1328"/>
          </a:p>
        </p:txBody>
      </p:sp>
      <p:sp>
        <p:nvSpPr>
          <p:cNvPr id="211" name="Google Shape;211;p32"/>
          <p:cNvSpPr/>
          <p:nvPr/>
        </p:nvSpPr>
        <p:spPr>
          <a:xfrm>
            <a:off x="455720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0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5636217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5</a:t>
            </a:r>
            <a:endParaRPr sz="1328"/>
          </a:p>
        </p:txBody>
      </p:sp>
      <p:sp>
        <p:nvSpPr>
          <p:cNvPr id="213" name="Google Shape;213;p32"/>
          <p:cNvSpPr/>
          <p:nvPr/>
        </p:nvSpPr>
        <p:spPr>
          <a:xfrm>
            <a:off x="671523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2</a:t>
            </a:r>
            <a:endParaRPr sz="1328"/>
          </a:p>
        </p:txBody>
      </p:sp>
      <p:sp>
        <p:nvSpPr>
          <p:cNvPr id="214" name="Google Shape;214;p32"/>
          <p:cNvSpPr/>
          <p:nvPr/>
        </p:nvSpPr>
        <p:spPr>
          <a:xfrm>
            <a:off x="779425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3</a:t>
            </a:r>
            <a:endParaRPr sz="1328"/>
          </a:p>
        </p:txBody>
      </p:sp>
      <p:sp>
        <p:nvSpPr>
          <p:cNvPr id="215" name="Google Shape;215;p32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527475" y="1482450"/>
            <a:ext cx="55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1* Passo - Dividir o vetor recursivamente ao meio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22" name="Google Shape;222;p33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3"/>
          <p:cNvSpPr/>
          <p:nvPr/>
        </p:nvSpPr>
        <p:spPr>
          <a:xfrm>
            <a:off x="28050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4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1349664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6</a:t>
            </a:r>
            <a:endParaRPr sz="1328"/>
          </a:p>
        </p:txBody>
      </p:sp>
      <p:sp>
        <p:nvSpPr>
          <p:cNvPr id="226" name="Google Shape;226;p33"/>
          <p:cNvSpPr/>
          <p:nvPr/>
        </p:nvSpPr>
        <p:spPr>
          <a:xfrm>
            <a:off x="2418851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1</a:t>
            </a:r>
            <a:endParaRPr sz="1328"/>
          </a:p>
        </p:txBody>
      </p:sp>
      <p:sp>
        <p:nvSpPr>
          <p:cNvPr id="227" name="Google Shape;227;p33"/>
          <p:cNvSpPr/>
          <p:nvPr/>
        </p:nvSpPr>
        <p:spPr>
          <a:xfrm>
            <a:off x="3478188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7</a:t>
            </a:r>
            <a:endParaRPr sz="1328"/>
          </a:p>
        </p:txBody>
      </p:sp>
      <p:sp>
        <p:nvSpPr>
          <p:cNvPr id="228" name="Google Shape;228;p33"/>
          <p:cNvSpPr/>
          <p:nvPr/>
        </p:nvSpPr>
        <p:spPr>
          <a:xfrm>
            <a:off x="455720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0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5636217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5</a:t>
            </a:r>
            <a:endParaRPr sz="1328"/>
          </a:p>
        </p:txBody>
      </p:sp>
      <p:sp>
        <p:nvSpPr>
          <p:cNvPr id="230" name="Google Shape;230;p33"/>
          <p:cNvSpPr/>
          <p:nvPr/>
        </p:nvSpPr>
        <p:spPr>
          <a:xfrm>
            <a:off x="671523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2</a:t>
            </a:r>
            <a:endParaRPr sz="1328"/>
          </a:p>
        </p:txBody>
      </p:sp>
      <p:sp>
        <p:nvSpPr>
          <p:cNvPr id="231" name="Google Shape;231;p33"/>
          <p:cNvSpPr/>
          <p:nvPr/>
        </p:nvSpPr>
        <p:spPr>
          <a:xfrm>
            <a:off x="779425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3</a:t>
            </a:r>
            <a:endParaRPr sz="1328"/>
          </a:p>
        </p:txBody>
      </p:sp>
      <p:sp>
        <p:nvSpPr>
          <p:cNvPr id="232" name="Google Shape;232;p33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527475" y="1482450"/>
            <a:ext cx="55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 do vetor = 8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39" name="Google Shape;239;p34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979687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>
                <a:solidFill>
                  <a:schemeClr val="dk1"/>
                </a:solidFill>
              </a:rPr>
              <a:t>4</a:t>
            </a:r>
            <a:endParaRPr sz="1111">
              <a:solidFill>
                <a:schemeClr val="dk1"/>
              </a:solidFill>
            </a:endParaRPr>
          </a:p>
        </p:txBody>
      </p:sp>
      <p:sp>
        <p:nvSpPr>
          <p:cNvPr id="242" name="Google Shape;242;p34"/>
          <p:cNvSpPr/>
          <p:nvPr/>
        </p:nvSpPr>
        <p:spPr>
          <a:xfrm>
            <a:off x="1874680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6</a:t>
            </a:r>
            <a:endParaRPr sz="1111"/>
          </a:p>
        </p:txBody>
      </p:sp>
      <p:sp>
        <p:nvSpPr>
          <p:cNvPr id="243" name="Google Shape;243;p34"/>
          <p:cNvSpPr/>
          <p:nvPr/>
        </p:nvSpPr>
        <p:spPr>
          <a:xfrm>
            <a:off x="2769692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1</a:t>
            </a:r>
            <a:endParaRPr sz="1111"/>
          </a:p>
        </p:txBody>
      </p:sp>
      <p:sp>
        <p:nvSpPr>
          <p:cNvPr id="244" name="Google Shape;244;p34"/>
          <p:cNvSpPr/>
          <p:nvPr/>
        </p:nvSpPr>
        <p:spPr>
          <a:xfrm>
            <a:off x="3656458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7</a:t>
            </a:r>
            <a:endParaRPr sz="1111"/>
          </a:p>
        </p:txBody>
      </p:sp>
      <p:sp>
        <p:nvSpPr>
          <p:cNvPr id="245" name="Google Shape;245;p34"/>
          <p:cNvSpPr/>
          <p:nvPr/>
        </p:nvSpPr>
        <p:spPr>
          <a:xfrm>
            <a:off x="4559697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>
                <a:solidFill>
                  <a:schemeClr val="dk1"/>
                </a:solidFill>
              </a:rPr>
              <a:t>0</a:t>
            </a:r>
            <a:endParaRPr sz="1111">
              <a:solidFill>
                <a:schemeClr val="dk1"/>
              </a:solidFill>
            </a:endParaRPr>
          </a:p>
        </p:txBody>
      </p:sp>
      <p:sp>
        <p:nvSpPr>
          <p:cNvPr id="246" name="Google Shape;246;p34"/>
          <p:cNvSpPr/>
          <p:nvPr/>
        </p:nvSpPr>
        <p:spPr>
          <a:xfrm>
            <a:off x="5462935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5</a:t>
            </a:r>
            <a:endParaRPr sz="1111"/>
          </a:p>
        </p:txBody>
      </p:sp>
      <p:sp>
        <p:nvSpPr>
          <p:cNvPr id="247" name="Google Shape;247;p34"/>
          <p:cNvSpPr/>
          <p:nvPr/>
        </p:nvSpPr>
        <p:spPr>
          <a:xfrm>
            <a:off x="6366174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2</a:t>
            </a:r>
            <a:endParaRPr sz="1111"/>
          </a:p>
        </p:txBody>
      </p:sp>
      <p:sp>
        <p:nvSpPr>
          <p:cNvPr id="248" name="Google Shape;248;p34"/>
          <p:cNvSpPr/>
          <p:nvPr/>
        </p:nvSpPr>
        <p:spPr>
          <a:xfrm>
            <a:off x="7269415" y="122712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3</a:t>
            </a:r>
            <a:endParaRPr sz="1111"/>
          </a:p>
        </p:txBody>
      </p:sp>
      <p:sp>
        <p:nvSpPr>
          <p:cNvPr id="249" name="Google Shape;249;p34"/>
          <p:cNvSpPr txBox="1"/>
          <p:nvPr>
            <p:ph type="title"/>
          </p:nvPr>
        </p:nvSpPr>
        <p:spPr>
          <a:xfrm>
            <a:off x="527484" y="568925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0" name="Google Shape;250;p34"/>
          <p:cNvSpPr/>
          <p:nvPr/>
        </p:nvSpPr>
        <p:spPr>
          <a:xfrm>
            <a:off x="527487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>
                <a:solidFill>
                  <a:schemeClr val="dk1"/>
                </a:solidFill>
              </a:rPr>
              <a:t>4</a:t>
            </a:r>
            <a:endParaRPr sz="1111">
              <a:solidFill>
                <a:schemeClr val="dk1"/>
              </a:solidFill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1422480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6</a:t>
            </a:r>
            <a:endParaRPr sz="1111"/>
          </a:p>
        </p:txBody>
      </p:sp>
      <p:sp>
        <p:nvSpPr>
          <p:cNvPr id="252" name="Google Shape;252;p34"/>
          <p:cNvSpPr/>
          <p:nvPr/>
        </p:nvSpPr>
        <p:spPr>
          <a:xfrm>
            <a:off x="2317492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1</a:t>
            </a:r>
            <a:endParaRPr sz="1111"/>
          </a:p>
        </p:txBody>
      </p:sp>
      <p:sp>
        <p:nvSpPr>
          <p:cNvPr id="253" name="Google Shape;253;p34"/>
          <p:cNvSpPr/>
          <p:nvPr/>
        </p:nvSpPr>
        <p:spPr>
          <a:xfrm>
            <a:off x="3204258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7</a:t>
            </a:r>
            <a:endParaRPr sz="1111"/>
          </a:p>
        </p:txBody>
      </p:sp>
      <p:sp>
        <p:nvSpPr>
          <p:cNvPr id="254" name="Google Shape;254;p34"/>
          <p:cNvSpPr/>
          <p:nvPr/>
        </p:nvSpPr>
        <p:spPr>
          <a:xfrm>
            <a:off x="4986022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>
                <a:solidFill>
                  <a:schemeClr val="dk1"/>
                </a:solidFill>
              </a:rPr>
              <a:t>0</a:t>
            </a:r>
            <a:endParaRPr sz="1111">
              <a:solidFill>
                <a:schemeClr val="dk1"/>
              </a:solidFill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5889260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5</a:t>
            </a:r>
            <a:endParaRPr sz="1111"/>
          </a:p>
        </p:txBody>
      </p:sp>
      <p:sp>
        <p:nvSpPr>
          <p:cNvPr id="256" name="Google Shape;256;p34"/>
          <p:cNvSpPr/>
          <p:nvPr/>
        </p:nvSpPr>
        <p:spPr>
          <a:xfrm>
            <a:off x="6792499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2</a:t>
            </a:r>
            <a:endParaRPr sz="1111"/>
          </a:p>
        </p:txBody>
      </p:sp>
      <p:sp>
        <p:nvSpPr>
          <p:cNvPr id="257" name="Google Shape;257;p34"/>
          <p:cNvSpPr/>
          <p:nvPr/>
        </p:nvSpPr>
        <p:spPr>
          <a:xfrm>
            <a:off x="7695740" y="2983475"/>
            <a:ext cx="894900" cy="894900"/>
          </a:xfrm>
          <a:prstGeom prst="rect">
            <a:avLst/>
          </a:prstGeom>
          <a:solidFill>
            <a:schemeClr val="lt2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75" lIns="72575" spcFirstLastPara="1" rIns="72575" wrap="square" tIns="72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11"/>
              <a:t>3</a:t>
            </a:r>
            <a:endParaRPr sz="1111"/>
          </a:p>
        </p:txBody>
      </p:sp>
      <p:cxnSp>
        <p:nvCxnSpPr>
          <p:cNvPr id="258" name="Google Shape;258;p34"/>
          <p:cNvCxnSpPr/>
          <p:nvPr/>
        </p:nvCxnSpPr>
        <p:spPr>
          <a:xfrm flipH="1">
            <a:off x="2391100" y="2232200"/>
            <a:ext cx="413100" cy="59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34"/>
          <p:cNvCxnSpPr/>
          <p:nvPr/>
        </p:nvCxnSpPr>
        <p:spPr>
          <a:xfrm>
            <a:off x="6294825" y="2218650"/>
            <a:ext cx="435000" cy="63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265" name="Google Shape;265;p35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5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1539289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>
                <a:solidFill>
                  <a:schemeClr val="dk1"/>
                </a:solidFill>
              </a:rPr>
              <a:t>4</a:t>
            </a:r>
            <a:endParaRPr sz="1238">
              <a:solidFill>
                <a:schemeClr val="dk1"/>
              </a:solidFill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2294868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/>
              <a:t>6</a:t>
            </a:r>
            <a:endParaRPr sz="1238"/>
          </a:p>
        </p:txBody>
      </p:sp>
      <p:sp>
        <p:nvSpPr>
          <p:cNvPr id="269" name="Google Shape;269;p35"/>
          <p:cNvSpPr/>
          <p:nvPr/>
        </p:nvSpPr>
        <p:spPr>
          <a:xfrm>
            <a:off x="3050464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/>
              <a:t>1</a:t>
            </a:r>
            <a:endParaRPr sz="1238"/>
          </a:p>
        </p:txBody>
      </p:sp>
      <p:sp>
        <p:nvSpPr>
          <p:cNvPr id="270" name="Google Shape;270;p35"/>
          <p:cNvSpPr/>
          <p:nvPr/>
        </p:nvSpPr>
        <p:spPr>
          <a:xfrm>
            <a:off x="3799098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/>
              <a:t>7</a:t>
            </a:r>
            <a:endParaRPr sz="1238"/>
          </a:p>
        </p:txBody>
      </p:sp>
      <p:sp>
        <p:nvSpPr>
          <p:cNvPr id="271" name="Google Shape;271;p35"/>
          <p:cNvSpPr/>
          <p:nvPr/>
        </p:nvSpPr>
        <p:spPr>
          <a:xfrm>
            <a:off x="4561639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>
                <a:solidFill>
                  <a:schemeClr val="dk1"/>
                </a:solidFill>
              </a:rPr>
              <a:t>0</a:t>
            </a:r>
            <a:endParaRPr sz="1238">
              <a:solidFill>
                <a:schemeClr val="dk1"/>
              </a:solidFill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5324180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/>
              <a:t>5</a:t>
            </a:r>
            <a:endParaRPr sz="1238"/>
          </a:p>
        </p:txBody>
      </p:sp>
      <p:sp>
        <p:nvSpPr>
          <p:cNvPr id="273" name="Google Shape;273;p35"/>
          <p:cNvSpPr/>
          <p:nvPr/>
        </p:nvSpPr>
        <p:spPr>
          <a:xfrm>
            <a:off x="6086720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/>
              <a:t>2</a:t>
            </a:r>
            <a:endParaRPr sz="1238"/>
          </a:p>
        </p:txBody>
      </p:sp>
      <p:sp>
        <p:nvSpPr>
          <p:cNvPr id="274" name="Google Shape;274;p35"/>
          <p:cNvSpPr/>
          <p:nvPr/>
        </p:nvSpPr>
        <p:spPr>
          <a:xfrm>
            <a:off x="6849263" y="623600"/>
            <a:ext cx="755400" cy="7554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75" lIns="61275" spcFirstLastPara="1" rIns="61275" wrap="square" tIns="61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8"/>
              <a:t>3</a:t>
            </a:r>
            <a:endParaRPr sz="1238"/>
          </a:p>
        </p:txBody>
      </p:sp>
      <p:sp>
        <p:nvSpPr>
          <p:cNvPr id="275" name="Google Shape;275;p35"/>
          <p:cNvSpPr/>
          <p:nvPr/>
        </p:nvSpPr>
        <p:spPr>
          <a:xfrm>
            <a:off x="1171752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>
                <a:solidFill>
                  <a:schemeClr val="dk1"/>
                </a:solidFill>
              </a:rPr>
              <a:t>4</a:t>
            </a:r>
            <a:endParaRPr sz="1237">
              <a:solidFill>
                <a:schemeClr val="dk1"/>
              </a:solidFill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1926582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6</a:t>
            </a:r>
            <a:endParaRPr sz="1237"/>
          </a:p>
        </p:txBody>
      </p:sp>
      <p:sp>
        <p:nvSpPr>
          <p:cNvPr id="277" name="Google Shape;277;p35"/>
          <p:cNvSpPr/>
          <p:nvPr/>
        </p:nvSpPr>
        <p:spPr>
          <a:xfrm>
            <a:off x="2681428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1</a:t>
            </a:r>
            <a:endParaRPr sz="1237"/>
          </a:p>
        </p:txBody>
      </p:sp>
      <p:sp>
        <p:nvSpPr>
          <p:cNvPr id="278" name="Google Shape;278;p35"/>
          <p:cNvSpPr/>
          <p:nvPr/>
        </p:nvSpPr>
        <p:spPr>
          <a:xfrm>
            <a:off x="3429319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7</a:t>
            </a:r>
            <a:endParaRPr sz="1237"/>
          </a:p>
        </p:txBody>
      </p:sp>
      <p:sp>
        <p:nvSpPr>
          <p:cNvPr id="279" name="Google Shape;279;p35"/>
          <p:cNvSpPr/>
          <p:nvPr/>
        </p:nvSpPr>
        <p:spPr>
          <a:xfrm>
            <a:off x="4932045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>
                <a:solidFill>
                  <a:schemeClr val="dk1"/>
                </a:solidFill>
              </a:rPr>
              <a:t>0</a:t>
            </a:r>
            <a:endParaRPr sz="1237">
              <a:solidFill>
                <a:schemeClr val="dk1"/>
              </a:solidFill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5693829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5</a:t>
            </a:r>
            <a:endParaRPr sz="1237"/>
          </a:p>
        </p:txBody>
      </p:sp>
      <p:sp>
        <p:nvSpPr>
          <p:cNvPr id="281" name="Google Shape;281;p35"/>
          <p:cNvSpPr/>
          <p:nvPr/>
        </p:nvSpPr>
        <p:spPr>
          <a:xfrm>
            <a:off x="6455614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2</a:t>
            </a:r>
            <a:endParaRPr sz="1237"/>
          </a:p>
        </p:txBody>
      </p:sp>
      <p:sp>
        <p:nvSpPr>
          <p:cNvPr id="282" name="Google Shape;282;p35"/>
          <p:cNvSpPr/>
          <p:nvPr/>
        </p:nvSpPr>
        <p:spPr>
          <a:xfrm>
            <a:off x="7217400" y="2080723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3</a:t>
            </a:r>
            <a:endParaRPr sz="1237"/>
          </a:p>
        </p:txBody>
      </p:sp>
      <p:cxnSp>
        <p:nvCxnSpPr>
          <p:cNvPr id="283" name="Google Shape;283;p35"/>
          <p:cNvCxnSpPr/>
          <p:nvPr/>
        </p:nvCxnSpPr>
        <p:spPr>
          <a:xfrm flipH="1">
            <a:off x="2743614" y="1447103"/>
            <a:ext cx="348300" cy="504600"/>
          </a:xfrm>
          <a:prstGeom prst="straightConnector1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35"/>
          <p:cNvCxnSpPr/>
          <p:nvPr/>
        </p:nvCxnSpPr>
        <p:spPr>
          <a:xfrm>
            <a:off x="6035880" y="1435675"/>
            <a:ext cx="366900" cy="536700"/>
          </a:xfrm>
          <a:prstGeom prst="straightConnector1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5" name="Google Shape;285;p35"/>
          <p:cNvSpPr/>
          <p:nvPr/>
        </p:nvSpPr>
        <p:spPr>
          <a:xfrm>
            <a:off x="535777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>
                <a:solidFill>
                  <a:schemeClr val="dk1"/>
                </a:solidFill>
              </a:rPr>
              <a:t>4</a:t>
            </a:r>
            <a:endParaRPr sz="1237">
              <a:solidFill>
                <a:schemeClr val="dk1"/>
              </a:solidFill>
            </a:endParaRPr>
          </a:p>
        </p:txBody>
      </p:sp>
      <p:sp>
        <p:nvSpPr>
          <p:cNvPr id="286" name="Google Shape;286;p35"/>
          <p:cNvSpPr/>
          <p:nvPr/>
        </p:nvSpPr>
        <p:spPr>
          <a:xfrm>
            <a:off x="1290607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6</a:t>
            </a:r>
            <a:endParaRPr sz="1237"/>
          </a:p>
        </p:txBody>
      </p:sp>
      <p:sp>
        <p:nvSpPr>
          <p:cNvPr id="287" name="Google Shape;287;p35"/>
          <p:cNvSpPr/>
          <p:nvPr/>
        </p:nvSpPr>
        <p:spPr>
          <a:xfrm>
            <a:off x="2714453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1</a:t>
            </a:r>
            <a:endParaRPr sz="1237"/>
          </a:p>
        </p:txBody>
      </p:sp>
      <p:sp>
        <p:nvSpPr>
          <p:cNvPr id="288" name="Google Shape;288;p35"/>
          <p:cNvSpPr/>
          <p:nvPr/>
        </p:nvSpPr>
        <p:spPr>
          <a:xfrm>
            <a:off x="3462344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7</a:t>
            </a:r>
            <a:endParaRPr sz="1237"/>
          </a:p>
        </p:txBody>
      </p:sp>
      <p:sp>
        <p:nvSpPr>
          <p:cNvPr id="289" name="Google Shape;289;p35"/>
          <p:cNvSpPr/>
          <p:nvPr/>
        </p:nvSpPr>
        <p:spPr>
          <a:xfrm>
            <a:off x="4886195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>
                <a:solidFill>
                  <a:schemeClr val="dk1"/>
                </a:solidFill>
              </a:rPr>
              <a:t>0</a:t>
            </a:r>
            <a:endParaRPr sz="1237">
              <a:solidFill>
                <a:schemeClr val="dk1"/>
              </a:solidFill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5647979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5</a:t>
            </a:r>
            <a:endParaRPr sz="1237"/>
          </a:p>
        </p:txBody>
      </p:sp>
      <p:sp>
        <p:nvSpPr>
          <p:cNvPr id="291" name="Google Shape;291;p35"/>
          <p:cNvSpPr/>
          <p:nvPr/>
        </p:nvSpPr>
        <p:spPr>
          <a:xfrm>
            <a:off x="7146289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2</a:t>
            </a:r>
            <a:endParaRPr sz="1237"/>
          </a:p>
        </p:txBody>
      </p:sp>
      <p:sp>
        <p:nvSpPr>
          <p:cNvPr id="292" name="Google Shape;292;p35"/>
          <p:cNvSpPr/>
          <p:nvPr/>
        </p:nvSpPr>
        <p:spPr>
          <a:xfrm>
            <a:off x="7908075" y="3380348"/>
            <a:ext cx="754800" cy="754800"/>
          </a:xfrm>
          <a:prstGeom prst="rect">
            <a:avLst/>
          </a:prstGeom>
          <a:solidFill>
            <a:schemeClr val="lt2"/>
          </a:solidFill>
          <a:ln cap="flat" cmpd="sng" w="6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200" lIns="61200" spcFirstLastPara="1" rIns="61200" wrap="square" tIns="61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37"/>
              <a:t>3</a:t>
            </a:r>
            <a:endParaRPr sz="1237"/>
          </a:p>
        </p:txBody>
      </p:sp>
      <p:cxnSp>
        <p:nvCxnSpPr>
          <p:cNvPr id="293" name="Google Shape;293;p35"/>
          <p:cNvCxnSpPr/>
          <p:nvPr/>
        </p:nvCxnSpPr>
        <p:spPr>
          <a:xfrm flipH="1">
            <a:off x="1661350" y="2865675"/>
            <a:ext cx="265200" cy="414600"/>
          </a:xfrm>
          <a:prstGeom prst="straightConnector1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4" name="Google Shape;294;p35"/>
          <p:cNvCxnSpPr/>
          <p:nvPr/>
        </p:nvCxnSpPr>
        <p:spPr>
          <a:xfrm flipH="1">
            <a:off x="5569275" y="2865675"/>
            <a:ext cx="265200" cy="414600"/>
          </a:xfrm>
          <a:prstGeom prst="straightConnector1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14850" y="2875438"/>
            <a:ext cx="271200" cy="395400"/>
          </a:xfrm>
          <a:prstGeom prst="straightConnector1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35"/>
          <p:cNvCxnSpPr/>
          <p:nvPr/>
        </p:nvCxnSpPr>
        <p:spPr>
          <a:xfrm>
            <a:off x="3292575" y="2896588"/>
            <a:ext cx="271200" cy="395400"/>
          </a:xfrm>
          <a:prstGeom prst="straightConnector1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02" name="Google Shape;302;p36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1930131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>
                <a:solidFill>
                  <a:schemeClr val="dk1"/>
                </a:solidFill>
              </a:rPr>
              <a:t>4</a:t>
            </a:r>
            <a:endParaRPr sz="1209">
              <a:solidFill>
                <a:schemeClr val="dk1"/>
              </a:solidFill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2581736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/>
              <a:t>6</a:t>
            </a:r>
            <a:endParaRPr sz="1209"/>
          </a:p>
        </p:txBody>
      </p:sp>
      <p:sp>
        <p:nvSpPr>
          <p:cNvPr id="306" name="Google Shape;306;p36"/>
          <p:cNvSpPr/>
          <p:nvPr/>
        </p:nvSpPr>
        <p:spPr>
          <a:xfrm>
            <a:off x="3233356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/>
              <a:t>1</a:t>
            </a:r>
            <a:endParaRPr sz="1209"/>
          </a:p>
        </p:txBody>
      </p:sp>
      <p:sp>
        <p:nvSpPr>
          <p:cNvPr id="307" name="Google Shape;307;p36"/>
          <p:cNvSpPr/>
          <p:nvPr/>
        </p:nvSpPr>
        <p:spPr>
          <a:xfrm>
            <a:off x="3878972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/>
              <a:t>7</a:t>
            </a:r>
            <a:endParaRPr sz="1209"/>
          </a:p>
        </p:txBody>
      </p:sp>
      <p:sp>
        <p:nvSpPr>
          <p:cNvPr id="308" name="Google Shape;308;p36"/>
          <p:cNvSpPr/>
          <p:nvPr/>
        </p:nvSpPr>
        <p:spPr>
          <a:xfrm>
            <a:off x="4536580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>
                <a:solidFill>
                  <a:schemeClr val="dk1"/>
                </a:solidFill>
              </a:rPr>
              <a:t>0</a:t>
            </a:r>
            <a:endParaRPr sz="1209">
              <a:solidFill>
                <a:schemeClr val="dk1"/>
              </a:solidFill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5194189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/>
              <a:t>5</a:t>
            </a:r>
            <a:endParaRPr sz="1209"/>
          </a:p>
        </p:txBody>
      </p:sp>
      <p:sp>
        <p:nvSpPr>
          <p:cNvPr id="310" name="Google Shape;310;p36"/>
          <p:cNvSpPr/>
          <p:nvPr/>
        </p:nvSpPr>
        <p:spPr>
          <a:xfrm>
            <a:off x="5851798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/>
              <a:t>2</a:t>
            </a:r>
            <a:endParaRPr sz="1209"/>
          </a:p>
        </p:txBody>
      </p:sp>
      <p:sp>
        <p:nvSpPr>
          <p:cNvPr id="311" name="Google Shape;311;p36"/>
          <p:cNvSpPr/>
          <p:nvPr/>
        </p:nvSpPr>
        <p:spPr>
          <a:xfrm>
            <a:off x="6509409" y="623600"/>
            <a:ext cx="651300" cy="6513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850" lIns="52850" spcFirstLastPara="1" rIns="52850" wrap="square" tIns="5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9"/>
              <a:t>3</a:t>
            </a:r>
            <a:endParaRPr sz="1209"/>
          </a:p>
        </p:txBody>
      </p:sp>
      <p:sp>
        <p:nvSpPr>
          <p:cNvPr id="312" name="Google Shape;312;p36"/>
          <p:cNvSpPr/>
          <p:nvPr/>
        </p:nvSpPr>
        <p:spPr>
          <a:xfrm>
            <a:off x="1613169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2264128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314" name="Google Shape;314;p36"/>
          <p:cNvSpPr/>
          <p:nvPr/>
        </p:nvSpPr>
        <p:spPr>
          <a:xfrm>
            <a:off x="2915102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315" name="Google Shape;315;p36"/>
          <p:cNvSpPr/>
          <p:nvPr/>
        </p:nvSpPr>
        <p:spPr>
          <a:xfrm>
            <a:off x="3560077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316" name="Google Shape;316;p36"/>
          <p:cNvSpPr/>
          <p:nvPr/>
        </p:nvSpPr>
        <p:spPr>
          <a:xfrm>
            <a:off x="4856016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17" name="Google Shape;317;p36"/>
          <p:cNvSpPr/>
          <p:nvPr/>
        </p:nvSpPr>
        <p:spPr>
          <a:xfrm>
            <a:off x="5512972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318" name="Google Shape;318;p36"/>
          <p:cNvSpPr/>
          <p:nvPr/>
        </p:nvSpPr>
        <p:spPr>
          <a:xfrm>
            <a:off x="6169929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319" name="Google Shape;319;p36"/>
          <p:cNvSpPr/>
          <p:nvPr/>
        </p:nvSpPr>
        <p:spPr>
          <a:xfrm>
            <a:off x="6826887" y="188021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cxnSp>
        <p:nvCxnSpPr>
          <p:cNvPr id="320" name="Google Shape;320;p36"/>
          <p:cNvCxnSpPr/>
          <p:nvPr/>
        </p:nvCxnSpPr>
        <p:spPr>
          <a:xfrm flipH="1">
            <a:off x="2968801" y="1333782"/>
            <a:ext cx="300300" cy="4353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36"/>
          <p:cNvCxnSpPr/>
          <p:nvPr/>
        </p:nvCxnSpPr>
        <p:spPr>
          <a:xfrm>
            <a:off x="5807954" y="1323926"/>
            <a:ext cx="316500" cy="4629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36"/>
          <p:cNvSpPr/>
          <p:nvPr/>
        </p:nvSpPr>
        <p:spPr>
          <a:xfrm>
            <a:off x="7422520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cxnSp>
        <p:nvCxnSpPr>
          <p:cNvPr id="323" name="Google Shape;323;p36"/>
          <p:cNvCxnSpPr/>
          <p:nvPr/>
        </p:nvCxnSpPr>
        <p:spPr>
          <a:xfrm flipH="1">
            <a:off x="2035501" y="2557145"/>
            <a:ext cx="228600" cy="3576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6"/>
          <p:cNvCxnSpPr/>
          <p:nvPr/>
        </p:nvCxnSpPr>
        <p:spPr>
          <a:xfrm flipH="1">
            <a:off x="5405664" y="2557145"/>
            <a:ext cx="228600" cy="3576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6"/>
          <p:cNvCxnSpPr/>
          <p:nvPr/>
        </p:nvCxnSpPr>
        <p:spPr>
          <a:xfrm>
            <a:off x="6997166" y="2565565"/>
            <a:ext cx="234000" cy="3408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6"/>
          <p:cNvCxnSpPr/>
          <p:nvPr/>
        </p:nvCxnSpPr>
        <p:spPr>
          <a:xfrm>
            <a:off x="3442150" y="2583804"/>
            <a:ext cx="234000" cy="3408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6"/>
          <p:cNvSpPr/>
          <p:nvPr/>
        </p:nvSpPr>
        <p:spPr>
          <a:xfrm>
            <a:off x="1070725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1721684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329" name="Google Shape;329;p36"/>
          <p:cNvSpPr/>
          <p:nvPr/>
        </p:nvSpPr>
        <p:spPr>
          <a:xfrm>
            <a:off x="2949597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330" name="Google Shape;330;p36"/>
          <p:cNvSpPr/>
          <p:nvPr/>
        </p:nvSpPr>
        <p:spPr>
          <a:xfrm>
            <a:off x="3594573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331" name="Google Shape;331;p36"/>
          <p:cNvSpPr/>
          <p:nvPr/>
        </p:nvSpPr>
        <p:spPr>
          <a:xfrm>
            <a:off x="4822490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5479447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333" name="Google Shape;333;p36"/>
          <p:cNvSpPr/>
          <p:nvPr/>
        </p:nvSpPr>
        <p:spPr>
          <a:xfrm>
            <a:off x="6771577" y="30009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334" name="Google Shape;334;p36"/>
          <p:cNvSpPr/>
          <p:nvPr/>
        </p:nvSpPr>
        <p:spPr>
          <a:xfrm>
            <a:off x="607950" y="38928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35" name="Google Shape;335;p36"/>
          <p:cNvSpPr/>
          <p:nvPr/>
        </p:nvSpPr>
        <p:spPr>
          <a:xfrm>
            <a:off x="1613184" y="38928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336" name="Google Shape;336;p36"/>
          <p:cNvSpPr/>
          <p:nvPr/>
        </p:nvSpPr>
        <p:spPr>
          <a:xfrm>
            <a:off x="2681460" y="38841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337" name="Google Shape;337;p36"/>
          <p:cNvSpPr/>
          <p:nvPr/>
        </p:nvSpPr>
        <p:spPr>
          <a:xfrm>
            <a:off x="3623623" y="38928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338" name="Google Shape;338;p36"/>
          <p:cNvSpPr/>
          <p:nvPr/>
        </p:nvSpPr>
        <p:spPr>
          <a:xfrm>
            <a:off x="4754965" y="39052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5672122" y="39052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340" name="Google Shape;340;p36"/>
          <p:cNvSpPr/>
          <p:nvPr/>
        </p:nvSpPr>
        <p:spPr>
          <a:xfrm>
            <a:off x="6841452" y="388414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341" name="Google Shape;341;p36"/>
          <p:cNvSpPr/>
          <p:nvPr/>
        </p:nvSpPr>
        <p:spPr>
          <a:xfrm>
            <a:off x="7793295" y="38701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cxnSp>
        <p:nvCxnSpPr>
          <p:cNvPr id="342" name="Google Shape;342;p36"/>
          <p:cNvCxnSpPr/>
          <p:nvPr/>
        </p:nvCxnSpPr>
        <p:spPr>
          <a:xfrm flipH="1">
            <a:off x="1070600" y="3702975"/>
            <a:ext cx="118800" cy="2046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36"/>
          <p:cNvCxnSpPr/>
          <p:nvPr/>
        </p:nvCxnSpPr>
        <p:spPr>
          <a:xfrm flipH="1">
            <a:off x="3011800" y="3665613"/>
            <a:ext cx="118800" cy="2046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4" name="Google Shape;344;p36"/>
          <p:cNvCxnSpPr/>
          <p:nvPr/>
        </p:nvCxnSpPr>
        <p:spPr>
          <a:xfrm flipH="1">
            <a:off x="5045450" y="3676188"/>
            <a:ext cx="118800" cy="2046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5" name="Google Shape;345;p36"/>
          <p:cNvCxnSpPr/>
          <p:nvPr/>
        </p:nvCxnSpPr>
        <p:spPr>
          <a:xfrm flipH="1">
            <a:off x="7160700" y="3665600"/>
            <a:ext cx="118800" cy="2046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6" name="Google Shape;346;p36"/>
          <p:cNvCxnSpPr/>
          <p:nvPr/>
        </p:nvCxnSpPr>
        <p:spPr>
          <a:xfrm>
            <a:off x="3918348" y="3651645"/>
            <a:ext cx="116400" cy="2325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7" name="Google Shape;347;p36"/>
          <p:cNvCxnSpPr/>
          <p:nvPr/>
        </p:nvCxnSpPr>
        <p:spPr>
          <a:xfrm>
            <a:off x="1930123" y="3651645"/>
            <a:ext cx="116400" cy="2325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8" name="Google Shape;348;p36"/>
          <p:cNvCxnSpPr/>
          <p:nvPr/>
        </p:nvCxnSpPr>
        <p:spPr>
          <a:xfrm>
            <a:off x="5906573" y="3662245"/>
            <a:ext cx="116400" cy="2325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9" name="Google Shape;349;p36"/>
          <p:cNvCxnSpPr/>
          <p:nvPr/>
        </p:nvCxnSpPr>
        <p:spPr>
          <a:xfrm>
            <a:off x="7969475" y="3670350"/>
            <a:ext cx="145500" cy="1812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55" name="Google Shape;355;p37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7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7"/>
          <p:cNvSpPr/>
          <p:nvPr/>
        </p:nvSpPr>
        <p:spPr>
          <a:xfrm>
            <a:off x="708350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58" name="Google Shape;358;p37"/>
          <p:cNvSpPr/>
          <p:nvPr/>
        </p:nvSpPr>
        <p:spPr>
          <a:xfrm>
            <a:off x="1713584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359" name="Google Shape;359;p37"/>
          <p:cNvSpPr/>
          <p:nvPr/>
        </p:nvSpPr>
        <p:spPr>
          <a:xfrm>
            <a:off x="2781860" y="2242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360" name="Google Shape;360;p37"/>
          <p:cNvSpPr/>
          <p:nvPr/>
        </p:nvSpPr>
        <p:spPr>
          <a:xfrm>
            <a:off x="3743048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361" name="Google Shape;361;p37"/>
          <p:cNvSpPr/>
          <p:nvPr/>
        </p:nvSpPr>
        <p:spPr>
          <a:xfrm>
            <a:off x="4861840" y="22406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62" name="Google Shape;362;p37"/>
          <p:cNvSpPr/>
          <p:nvPr/>
        </p:nvSpPr>
        <p:spPr>
          <a:xfrm>
            <a:off x="5772522" y="22406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363" name="Google Shape;363;p37"/>
          <p:cNvSpPr/>
          <p:nvPr/>
        </p:nvSpPr>
        <p:spPr>
          <a:xfrm>
            <a:off x="6941852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364" name="Google Shape;364;p37"/>
          <p:cNvSpPr/>
          <p:nvPr/>
        </p:nvSpPr>
        <p:spPr>
          <a:xfrm>
            <a:off x="7893695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365" name="Google Shape;365;p37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66" name="Google Shape;366;p37"/>
          <p:cNvSpPr txBox="1"/>
          <p:nvPr/>
        </p:nvSpPr>
        <p:spPr>
          <a:xfrm>
            <a:off x="527475" y="1482450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parte tem apenas 1 elemento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72" name="Google Shape;372;p38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8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8"/>
          <p:cNvSpPr/>
          <p:nvPr/>
        </p:nvSpPr>
        <p:spPr>
          <a:xfrm>
            <a:off x="708350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75" name="Google Shape;375;p38"/>
          <p:cNvSpPr/>
          <p:nvPr/>
        </p:nvSpPr>
        <p:spPr>
          <a:xfrm>
            <a:off x="1713584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376" name="Google Shape;376;p38"/>
          <p:cNvSpPr/>
          <p:nvPr/>
        </p:nvSpPr>
        <p:spPr>
          <a:xfrm>
            <a:off x="2781860" y="2242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377" name="Google Shape;377;p38"/>
          <p:cNvSpPr/>
          <p:nvPr/>
        </p:nvSpPr>
        <p:spPr>
          <a:xfrm>
            <a:off x="3743048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378" name="Google Shape;378;p38"/>
          <p:cNvSpPr/>
          <p:nvPr/>
        </p:nvSpPr>
        <p:spPr>
          <a:xfrm>
            <a:off x="4861840" y="22406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79" name="Google Shape;379;p38"/>
          <p:cNvSpPr/>
          <p:nvPr/>
        </p:nvSpPr>
        <p:spPr>
          <a:xfrm>
            <a:off x="5772522" y="22406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380" name="Google Shape;380;p38"/>
          <p:cNvSpPr/>
          <p:nvPr/>
        </p:nvSpPr>
        <p:spPr>
          <a:xfrm>
            <a:off x="6941852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381" name="Google Shape;381;p38"/>
          <p:cNvSpPr/>
          <p:nvPr/>
        </p:nvSpPr>
        <p:spPr>
          <a:xfrm>
            <a:off x="7893695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382" name="Google Shape;382;p38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3" name="Google Shape;383;p38"/>
          <p:cNvSpPr txBox="1"/>
          <p:nvPr/>
        </p:nvSpPr>
        <p:spPr>
          <a:xfrm>
            <a:off x="527475" y="1482450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2* Passo - Fazer o merge ordenando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389" name="Google Shape;389;p39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9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"/>
          <p:cNvSpPr/>
          <p:nvPr/>
        </p:nvSpPr>
        <p:spPr>
          <a:xfrm>
            <a:off x="708350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92" name="Google Shape;392;p39"/>
          <p:cNvSpPr/>
          <p:nvPr/>
        </p:nvSpPr>
        <p:spPr>
          <a:xfrm>
            <a:off x="1713584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393" name="Google Shape;393;p39"/>
          <p:cNvSpPr/>
          <p:nvPr/>
        </p:nvSpPr>
        <p:spPr>
          <a:xfrm>
            <a:off x="2781860" y="2242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394" name="Google Shape;394;p39"/>
          <p:cNvSpPr/>
          <p:nvPr/>
        </p:nvSpPr>
        <p:spPr>
          <a:xfrm>
            <a:off x="3743048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395" name="Google Shape;395;p39"/>
          <p:cNvSpPr/>
          <p:nvPr/>
        </p:nvSpPr>
        <p:spPr>
          <a:xfrm>
            <a:off x="4861840" y="22406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396" name="Google Shape;396;p39"/>
          <p:cNvSpPr/>
          <p:nvPr/>
        </p:nvSpPr>
        <p:spPr>
          <a:xfrm>
            <a:off x="5772522" y="22406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397" name="Google Shape;397;p39"/>
          <p:cNvSpPr/>
          <p:nvPr/>
        </p:nvSpPr>
        <p:spPr>
          <a:xfrm>
            <a:off x="6941852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398" name="Google Shape;398;p39"/>
          <p:cNvSpPr/>
          <p:nvPr/>
        </p:nvSpPr>
        <p:spPr>
          <a:xfrm>
            <a:off x="7893695" y="22514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399" name="Google Shape;399;p39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00" name="Google Shape;400;p39"/>
          <p:cNvSpPr txBox="1"/>
          <p:nvPr/>
        </p:nvSpPr>
        <p:spPr>
          <a:xfrm>
            <a:off x="527475" y="1482450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2* Passo - Fazer o merge ordenando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9"/>
          <p:cNvSpPr/>
          <p:nvPr/>
        </p:nvSpPr>
        <p:spPr>
          <a:xfrm>
            <a:off x="929475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02" name="Google Shape;402;p39"/>
          <p:cNvSpPr/>
          <p:nvPr/>
        </p:nvSpPr>
        <p:spPr>
          <a:xfrm>
            <a:off x="1580184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03" name="Google Shape;403;p39"/>
          <p:cNvSpPr/>
          <p:nvPr/>
        </p:nvSpPr>
        <p:spPr>
          <a:xfrm>
            <a:off x="3025910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04" name="Google Shape;404;p39"/>
          <p:cNvSpPr/>
          <p:nvPr/>
        </p:nvSpPr>
        <p:spPr>
          <a:xfrm>
            <a:off x="3676598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05" name="Google Shape;405;p39"/>
          <p:cNvSpPr/>
          <p:nvPr/>
        </p:nvSpPr>
        <p:spPr>
          <a:xfrm>
            <a:off x="5122315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06" name="Google Shape;406;p39"/>
          <p:cNvSpPr/>
          <p:nvPr/>
        </p:nvSpPr>
        <p:spPr>
          <a:xfrm>
            <a:off x="5773022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407" name="Google Shape;407;p39"/>
          <p:cNvSpPr/>
          <p:nvPr/>
        </p:nvSpPr>
        <p:spPr>
          <a:xfrm>
            <a:off x="7161302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08" name="Google Shape;408;p39"/>
          <p:cNvSpPr/>
          <p:nvPr/>
        </p:nvSpPr>
        <p:spPr>
          <a:xfrm>
            <a:off x="7811995" y="33947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cxnSp>
        <p:nvCxnSpPr>
          <p:cNvPr id="409" name="Google Shape;409;p39"/>
          <p:cNvCxnSpPr/>
          <p:nvPr/>
        </p:nvCxnSpPr>
        <p:spPr>
          <a:xfrm>
            <a:off x="1275950" y="298447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9"/>
          <p:cNvCxnSpPr/>
          <p:nvPr/>
        </p:nvCxnSpPr>
        <p:spPr>
          <a:xfrm flipH="1">
            <a:off x="1617500" y="298527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9"/>
          <p:cNvCxnSpPr/>
          <p:nvPr/>
        </p:nvCxnSpPr>
        <p:spPr>
          <a:xfrm>
            <a:off x="3305825" y="298487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39"/>
          <p:cNvCxnSpPr/>
          <p:nvPr/>
        </p:nvCxnSpPr>
        <p:spPr>
          <a:xfrm flipH="1">
            <a:off x="3647375" y="298567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39"/>
          <p:cNvCxnSpPr/>
          <p:nvPr/>
        </p:nvCxnSpPr>
        <p:spPr>
          <a:xfrm>
            <a:off x="7479100" y="298487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4" name="Google Shape;414;p39"/>
          <p:cNvCxnSpPr/>
          <p:nvPr/>
        </p:nvCxnSpPr>
        <p:spPr>
          <a:xfrm flipH="1">
            <a:off x="7820650" y="298567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9"/>
          <p:cNvCxnSpPr/>
          <p:nvPr/>
        </p:nvCxnSpPr>
        <p:spPr>
          <a:xfrm>
            <a:off x="5426300" y="2979488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6" name="Google Shape;416;p39"/>
          <p:cNvCxnSpPr/>
          <p:nvPr/>
        </p:nvCxnSpPr>
        <p:spPr>
          <a:xfrm flipH="1">
            <a:off x="5767850" y="2980288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422" name="Google Shape;422;p40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40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653950" y="13652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1659184" y="13652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26" name="Google Shape;426;p40"/>
          <p:cNvSpPr/>
          <p:nvPr/>
        </p:nvSpPr>
        <p:spPr>
          <a:xfrm>
            <a:off x="2727460" y="1356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27" name="Google Shape;427;p40"/>
          <p:cNvSpPr/>
          <p:nvPr/>
        </p:nvSpPr>
        <p:spPr>
          <a:xfrm>
            <a:off x="3688648" y="13652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28" name="Google Shape;428;p40"/>
          <p:cNvSpPr/>
          <p:nvPr/>
        </p:nvSpPr>
        <p:spPr>
          <a:xfrm>
            <a:off x="4807440" y="135444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29" name="Google Shape;429;p40"/>
          <p:cNvSpPr/>
          <p:nvPr/>
        </p:nvSpPr>
        <p:spPr>
          <a:xfrm>
            <a:off x="5718122" y="135444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430" name="Google Shape;430;p40"/>
          <p:cNvSpPr/>
          <p:nvPr/>
        </p:nvSpPr>
        <p:spPr>
          <a:xfrm>
            <a:off x="6887452" y="13652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31" name="Google Shape;431;p40"/>
          <p:cNvSpPr/>
          <p:nvPr/>
        </p:nvSpPr>
        <p:spPr>
          <a:xfrm>
            <a:off x="7839295" y="13652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432" name="Google Shape;432;p40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33" name="Google Shape;433;p40"/>
          <p:cNvSpPr/>
          <p:nvPr/>
        </p:nvSpPr>
        <p:spPr>
          <a:xfrm>
            <a:off x="875075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34" name="Google Shape;434;p40"/>
          <p:cNvSpPr/>
          <p:nvPr/>
        </p:nvSpPr>
        <p:spPr>
          <a:xfrm>
            <a:off x="1525784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35" name="Google Shape;435;p40"/>
          <p:cNvSpPr/>
          <p:nvPr/>
        </p:nvSpPr>
        <p:spPr>
          <a:xfrm>
            <a:off x="2971510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36" name="Google Shape;436;p40"/>
          <p:cNvSpPr/>
          <p:nvPr/>
        </p:nvSpPr>
        <p:spPr>
          <a:xfrm>
            <a:off x="3622198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37" name="Google Shape;437;p40"/>
          <p:cNvSpPr/>
          <p:nvPr/>
        </p:nvSpPr>
        <p:spPr>
          <a:xfrm>
            <a:off x="5067915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38" name="Google Shape;438;p40"/>
          <p:cNvSpPr/>
          <p:nvPr/>
        </p:nvSpPr>
        <p:spPr>
          <a:xfrm>
            <a:off x="5718622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439" name="Google Shape;439;p40"/>
          <p:cNvSpPr/>
          <p:nvPr/>
        </p:nvSpPr>
        <p:spPr>
          <a:xfrm>
            <a:off x="7106902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40" name="Google Shape;440;p40"/>
          <p:cNvSpPr/>
          <p:nvPr/>
        </p:nvSpPr>
        <p:spPr>
          <a:xfrm>
            <a:off x="7757595" y="25085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cxnSp>
        <p:nvCxnSpPr>
          <p:cNvPr id="441" name="Google Shape;441;p40"/>
          <p:cNvCxnSpPr/>
          <p:nvPr/>
        </p:nvCxnSpPr>
        <p:spPr>
          <a:xfrm>
            <a:off x="1221550" y="209822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2" name="Google Shape;442;p40"/>
          <p:cNvCxnSpPr/>
          <p:nvPr/>
        </p:nvCxnSpPr>
        <p:spPr>
          <a:xfrm flipH="1">
            <a:off x="1563100" y="209902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40"/>
          <p:cNvCxnSpPr/>
          <p:nvPr/>
        </p:nvCxnSpPr>
        <p:spPr>
          <a:xfrm>
            <a:off x="3251425" y="209862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40"/>
          <p:cNvCxnSpPr/>
          <p:nvPr/>
        </p:nvCxnSpPr>
        <p:spPr>
          <a:xfrm flipH="1">
            <a:off x="3592975" y="209942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40"/>
          <p:cNvCxnSpPr/>
          <p:nvPr/>
        </p:nvCxnSpPr>
        <p:spPr>
          <a:xfrm>
            <a:off x="7424700" y="209862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40"/>
          <p:cNvCxnSpPr/>
          <p:nvPr/>
        </p:nvCxnSpPr>
        <p:spPr>
          <a:xfrm flipH="1">
            <a:off x="7766250" y="209942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40"/>
          <p:cNvCxnSpPr/>
          <p:nvPr/>
        </p:nvCxnSpPr>
        <p:spPr>
          <a:xfrm>
            <a:off x="5371900" y="2093238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40"/>
          <p:cNvCxnSpPr/>
          <p:nvPr/>
        </p:nvCxnSpPr>
        <p:spPr>
          <a:xfrm flipH="1">
            <a:off x="5713450" y="2094038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9" name="Google Shape;449;p40"/>
          <p:cNvSpPr/>
          <p:nvPr/>
        </p:nvSpPr>
        <p:spPr>
          <a:xfrm>
            <a:off x="1304660" y="36287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50" name="Google Shape;450;p40"/>
          <p:cNvSpPr/>
          <p:nvPr/>
        </p:nvSpPr>
        <p:spPr>
          <a:xfrm>
            <a:off x="1955350" y="36287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51" name="Google Shape;451;p40"/>
          <p:cNvSpPr/>
          <p:nvPr/>
        </p:nvSpPr>
        <p:spPr>
          <a:xfrm>
            <a:off x="2606059" y="36287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52" name="Google Shape;452;p40"/>
          <p:cNvSpPr/>
          <p:nvPr/>
        </p:nvSpPr>
        <p:spPr>
          <a:xfrm>
            <a:off x="3251423" y="36287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53" name="Google Shape;453;p40"/>
          <p:cNvSpPr/>
          <p:nvPr/>
        </p:nvSpPr>
        <p:spPr>
          <a:xfrm>
            <a:off x="5198190" y="36590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54" name="Google Shape;454;p40"/>
          <p:cNvSpPr/>
          <p:nvPr/>
        </p:nvSpPr>
        <p:spPr>
          <a:xfrm>
            <a:off x="5848902" y="3662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55" name="Google Shape;455;p40"/>
          <p:cNvSpPr/>
          <p:nvPr/>
        </p:nvSpPr>
        <p:spPr>
          <a:xfrm>
            <a:off x="6499595" y="3662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456" name="Google Shape;456;p40"/>
          <p:cNvSpPr/>
          <p:nvPr/>
        </p:nvSpPr>
        <p:spPr>
          <a:xfrm>
            <a:off x="7144972" y="3662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cxnSp>
        <p:nvCxnSpPr>
          <p:cNvPr id="457" name="Google Shape;457;p40"/>
          <p:cNvCxnSpPr/>
          <p:nvPr/>
        </p:nvCxnSpPr>
        <p:spPr>
          <a:xfrm flipH="1">
            <a:off x="3305825" y="323077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40"/>
          <p:cNvCxnSpPr/>
          <p:nvPr/>
        </p:nvCxnSpPr>
        <p:spPr>
          <a:xfrm flipH="1">
            <a:off x="7261325" y="3228400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0"/>
          <p:cNvCxnSpPr/>
          <p:nvPr/>
        </p:nvCxnSpPr>
        <p:spPr>
          <a:xfrm>
            <a:off x="1707875" y="3228400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40"/>
          <p:cNvCxnSpPr/>
          <p:nvPr/>
        </p:nvCxnSpPr>
        <p:spPr>
          <a:xfrm>
            <a:off x="5848900" y="3228400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466" name="Google Shape;466;p41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1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1"/>
          <p:cNvSpPr/>
          <p:nvPr/>
        </p:nvSpPr>
        <p:spPr>
          <a:xfrm>
            <a:off x="653975" y="598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69" name="Google Shape;469;p41"/>
          <p:cNvSpPr/>
          <p:nvPr/>
        </p:nvSpPr>
        <p:spPr>
          <a:xfrm>
            <a:off x="1659209" y="598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70" name="Google Shape;470;p41"/>
          <p:cNvSpPr/>
          <p:nvPr/>
        </p:nvSpPr>
        <p:spPr>
          <a:xfrm>
            <a:off x="2727485" y="589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71" name="Google Shape;471;p41"/>
          <p:cNvSpPr/>
          <p:nvPr/>
        </p:nvSpPr>
        <p:spPr>
          <a:xfrm>
            <a:off x="3688673" y="598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72" name="Google Shape;472;p41"/>
          <p:cNvSpPr/>
          <p:nvPr/>
        </p:nvSpPr>
        <p:spPr>
          <a:xfrm>
            <a:off x="4807465" y="5878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73" name="Google Shape;473;p41"/>
          <p:cNvSpPr/>
          <p:nvPr/>
        </p:nvSpPr>
        <p:spPr>
          <a:xfrm>
            <a:off x="5718147" y="58782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474" name="Google Shape;474;p41"/>
          <p:cNvSpPr/>
          <p:nvPr/>
        </p:nvSpPr>
        <p:spPr>
          <a:xfrm>
            <a:off x="6887477" y="598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75" name="Google Shape;475;p41"/>
          <p:cNvSpPr/>
          <p:nvPr/>
        </p:nvSpPr>
        <p:spPr>
          <a:xfrm>
            <a:off x="7839320" y="5985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476" name="Google Shape;476;p41"/>
          <p:cNvSpPr/>
          <p:nvPr/>
        </p:nvSpPr>
        <p:spPr>
          <a:xfrm>
            <a:off x="875100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1525809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78" name="Google Shape;478;p41"/>
          <p:cNvSpPr/>
          <p:nvPr/>
        </p:nvSpPr>
        <p:spPr>
          <a:xfrm>
            <a:off x="2971535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79" name="Google Shape;479;p41"/>
          <p:cNvSpPr/>
          <p:nvPr/>
        </p:nvSpPr>
        <p:spPr>
          <a:xfrm>
            <a:off x="3622223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80" name="Google Shape;480;p41"/>
          <p:cNvSpPr/>
          <p:nvPr/>
        </p:nvSpPr>
        <p:spPr>
          <a:xfrm>
            <a:off x="5067940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81" name="Google Shape;481;p41"/>
          <p:cNvSpPr/>
          <p:nvPr/>
        </p:nvSpPr>
        <p:spPr>
          <a:xfrm>
            <a:off x="5718647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482" name="Google Shape;482;p41"/>
          <p:cNvSpPr/>
          <p:nvPr/>
        </p:nvSpPr>
        <p:spPr>
          <a:xfrm>
            <a:off x="7106927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83" name="Google Shape;483;p41"/>
          <p:cNvSpPr/>
          <p:nvPr/>
        </p:nvSpPr>
        <p:spPr>
          <a:xfrm>
            <a:off x="7757620" y="17418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cxnSp>
        <p:nvCxnSpPr>
          <p:cNvPr id="484" name="Google Shape;484;p41"/>
          <p:cNvCxnSpPr/>
          <p:nvPr/>
        </p:nvCxnSpPr>
        <p:spPr>
          <a:xfrm>
            <a:off x="1221575" y="1331600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41"/>
          <p:cNvCxnSpPr/>
          <p:nvPr/>
        </p:nvCxnSpPr>
        <p:spPr>
          <a:xfrm flipH="1">
            <a:off x="1563125" y="1332400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41"/>
          <p:cNvCxnSpPr/>
          <p:nvPr/>
        </p:nvCxnSpPr>
        <p:spPr>
          <a:xfrm>
            <a:off x="3251450" y="1332000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7" name="Google Shape;487;p41"/>
          <p:cNvCxnSpPr/>
          <p:nvPr/>
        </p:nvCxnSpPr>
        <p:spPr>
          <a:xfrm flipH="1">
            <a:off x="3593000" y="1332800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8" name="Google Shape;488;p41"/>
          <p:cNvCxnSpPr/>
          <p:nvPr/>
        </p:nvCxnSpPr>
        <p:spPr>
          <a:xfrm>
            <a:off x="7424725" y="1332000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9" name="Google Shape;489;p41"/>
          <p:cNvCxnSpPr/>
          <p:nvPr/>
        </p:nvCxnSpPr>
        <p:spPr>
          <a:xfrm flipH="1">
            <a:off x="7766275" y="1332800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" name="Google Shape;490;p41"/>
          <p:cNvCxnSpPr/>
          <p:nvPr/>
        </p:nvCxnSpPr>
        <p:spPr>
          <a:xfrm>
            <a:off x="5371925" y="1326613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41"/>
          <p:cNvCxnSpPr/>
          <p:nvPr/>
        </p:nvCxnSpPr>
        <p:spPr>
          <a:xfrm flipH="1">
            <a:off x="5713475" y="1327413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2" name="Google Shape;492;p41"/>
          <p:cNvSpPr/>
          <p:nvPr/>
        </p:nvSpPr>
        <p:spPr>
          <a:xfrm>
            <a:off x="1304685" y="28620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493" name="Google Shape;493;p41"/>
          <p:cNvSpPr/>
          <p:nvPr/>
        </p:nvSpPr>
        <p:spPr>
          <a:xfrm>
            <a:off x="1955375" y="28620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2606084" y="28620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495" name="Google Shape;495;p41"/>
          <p:cNvSpPr/>
          <p:nvPr/>
        </p:nvSpPr>
        <p:spPr>
          <a:xfrm>
            <a:off x="3251448" y="28620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sp>
        <p:nvSpPr>
          <p:cNvPr id="496" name="Google Shape;496;p41"/>
          <p:cNvSpPr/>
          <p:nvPr/>
        </p:nvSpPr>
        <p:spPr>
          <a:xfrm>
            <a:off x="5198215" y="289244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5848927" y="28959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498" name="Google Shape;498;p41"/>
          <p:cNvSpPr/>
          <p:nvPr/>
        </p:nvSpPr>
        <p:spPr>
          <a:xfrm>
            <a:off x="6499620" y="28959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499" name="Google Shape;499;p41"/>
          <p:cNvSpPr/>
          <p:nvPr/>
        </p:nvSpPr>
        <p:spPr>
          <a:xfrm>
            <a:off x="7144997" y="2895970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cxnSp>
        <p:nvCxnSpPr>
          <p:cNvPr id="500" name="Google Shape;500;p41"/>
          <p:cNvCxnSpPr/>
          <p:nvPr/>
        </p:nvCxnSpPr>
        <p:spPr>
          <a:xfrm flipH="1">
            <a:off x="3305850" y="2464150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41"/>
          <p:cNvCxnSpPr/>
          <p:nvPr/>
        </p:nvCxnSpPr>
        <p:spPr>
          <a:xfrm flipH="1">
            <a:off x="7261350" y="2461775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1"/>
          <p:cNvCxnSpPr/>
          <p:nvPr/>
        </p:nvCxnSpPr>
        <p:spPr>
          <a:xfrm>
            <a:off x="1707900" y="246177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41"/>
          <p:cNvCxnSpPr/>
          <p:nvPr/>
        </p:nvCxnSpPr>
        <p:spPr>
          <a:xfrm>
            <a:off x="5848925" y="2461775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4" name="Google Shape;504;p41"/>
          <p:cNvSpPr/>
          <p:nvPr/>
        </p:nvSpPr>
        <p:spPr>
          <a:xfrm>
            <a:off x="2618485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1</a:t>
            </a:r>
            <a:endParaRPr sz="1208"/>
          </a:p>
        </p:txBody>
      </p:sp>
      <p:sp>
        <p:nvSpPr>
          <p:cNvPr id="505" name="Google Shape;505;p41"/>
          <p:cNvSpPr/>
          <p:nvPr/>
        </p:nvSpPr>
        <p:spPr>
          <a:xfrm>
            <a:off x="1967765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0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3269177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2</a:t>
            </a:r>
            <a:endParaRPr sz="1208"/>
          </a:p>
        </p:txBody>
      </p:sp>
      <p:sp>
        <p:nvSpPr>
          <p:cNvPr id="507" name="Google Shape;507;p41"/>
          <p:cNvSpPr/>
          <p:nvPr/>
        </p:nvSpPr>
        <p:spPr>
          <a:xfrm>
            <a:off x="3920820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3</a:t>
            </a:r>
            <a:endParaRPr sz="1208"/>
          </a:p>
        </p:txBody>
      </p:sp>
      <p:sp>
        <p:nvSpPr>
          <p:cNvPr id="508" name="Google Shape;508;p41"/>
          <p:cNvSpPr/>
          <p:nvPr/>
        </p:nvSpPr>
        <p:spPr>
          <a:xfrm>
            <a:off x="4570575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>
                <a:solidFill>
                  <a:schemeClr val="dk1"/>
                </a:solidFill>
              </a:rPr>
              <a:t>4</a:t>
            </a:r>
            <a:endParaRPr sz="1208">
              <a:solidFill>
                <a:schemeClr val="dk1"/>
              </a:solidFill>
            </a:endParaRPr>
          </a:p>
        </p:txBody>
      </p:sp>
      <p:sp>
        <p:nvSpPr>
          <p:cNvPr id="509" name="Google Shape;509;p41"/>
          <p:cNvSpPr/>
          <p:nvPr/>
        </p:nvSpPr>
        <p:spPr>
          <a:xfrm>
            <a:off x="5223172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5</a:t>
            </a:r>
            <a:endParaRPr sz="1208"/>
          </a:p>
        </p:txBody>
      </p:sp>
      <p:sp>
        <p:nvSpPr>
          <p:cNvPr id="510" name="Google Shape;510;p41"/>
          <p:cNvSpPr/>
          <p:nvPr/>
        </p:nvSpPr>
        <p:spPr>
          <a:xfrm>
            <a:off x="5875784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6</a:t>
            </a:r>
            <a:endParaRPr sz="1208"/>
          </a:p>
        </p:txBody>
      </p:sp>
      <p:sp>
        <p:nvSpPr>
          <p:cNvPr id="511" name="Google Shape;511;p41"/>
          <p:cNvSpPr/>
          <p:nvPr/>
        </p:nvSpPr>
        <p:spPr>
          <a:xfrm>
            <a:off x="6525523" y="3938795"/>
            <a:ext cx="650700" cy="650700"/>
          </a:xfrm>
          <a:prstGeom prst="rect">
            <a:avLst/>
          </a:prstGeom>
          <a:solidFill>
            <a:schemeClr val="lt2"/>
          </a:solidFill>
          <a:ln cap="flat" cmpd="sng" w="5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775" lIns="52775" spcFirstLastPara="1" rIns="52775" wrap="square" tIns="5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208"/>
              <a:t>7</a:t>
            </a:r>
            <a:endParaRPr sz="1208"/>
          </a:p>
        </p:txBody>
      </p:sp>
      <p:cxnSp>
        <p:nvCxnSpPr>
          <p:cNvPr id="512" name="Google Shape;512;p41"/>
          <p:cNvCxnSpPr/>
          <p:nvPr/>
        </p:nvCxnSpPr>
        <p:spPr>
          <a:xfrm flipH="1">
            <a:off x="6251225" y="3579538"/>
            <a:ext cx="2484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41"/>
          <p:cNvCxnSpPr/>
          <p:nvPr/>
        </p:nvCxnSpPr>
        <p:spPr>
          <a:xfrm>
            <a:off x="2618475" y="3543150"/>
            <a:ext cx="286500" cy="326400"/>
          </a:xfrm>
          <a:prstGeom prst="straightConnector1">
            <a:avLst/>
          </a:prstGeom>
          <a:noFill/>
          <a:ln cap="flat" cmpd="sng" w="69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19" name="Google Shape;519;p42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2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28050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0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522" name="Google Shape;522;p42"/>
          <p:cNvSpPr/>
          <p:nvPr/>
        </p:nvSpPr>
        <p:spPr>
          <a:xfrm>
            <a:off x="1349664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1</a:t>
            </a:r>
            <a:endParaRPr sz="1328"/>
          </a:p>
        </p:txBody>
      </p:sp>
      <p:sp>
        <p:nvSpPr>
          <p:cNvPr id="523" name="Google Shape;523;p42"/>
          <p:cNvSpPr/>
          <p:nvPr/>
        </p:nvSpPr>
        <p:spPr>
          <a:xfrm>
            <a:off x="2418851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2</a:t>
            </a:r>
            <a:endParaRPr sz="1328"/>
          </a:p>
        </p:txBody>
      </p:sp>
      <p:sp>
        <p:nvSpPr>
          <p:cNvPr id="524" name="Google Shape;524;p42"/>
          <p:cNvSpPr/>
          <p:nvPr/>
        </p:nvSpPr>
        <p:spPr>
          <a:xfrm>
            <a:off x="3478188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3</a:t>
            </a:r>
            <a:endParaRPr sz="1328"/>
          </a:p>
        </p:txBody>
      </p:sp>
      <p:sp>
        <p:nvSpPr>
          <p:cNvPr id="525" name="Google Shape;525;p42"/>
          <p:cNvSpPr/>
          <p:nvPr/>
        </p:nvSpPr>
        <p:spPr>
          <a:xfrm>
            <a:off x="455720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4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526" name="Google Shape;526;p42"/>
          <p:cNvSpPr/>
          <p:nvPr/>
        </p:nvSpPr>
        <p:spPr>
          <a:xfrm>
            <a:off x="5636217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5</a:t>
            </a:r>
            <a:endParaRPr sz="1328"/>
          </a:p>
        </p:txBody>
      </p:sp>
      <p:sp>
        <p:nvSpPr>
          <p:cNvPr id="527" name="Google Shape;527;p42"/>
          <p:cNvSpPr/>
          <p:nvPr/>
        </p:nvSpPr>
        <p:spPr>
          <a:xfrm>
            <a:off x="671523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6</a:t>
            </a:r>
            <a:endParaRPr sz="1328"/>
          </a:p>
        </p:txBody>
      </p:sp>
      <p:sp>
        <p:nvSpPr>
          <p:cNvPr id="528" name="Google Shape;528;p42"/>
          <p:cNvSpPr/>
          <p:nvPr/>
        </p:nvSpPr>
        <p:spPr>
          <a:xfrm>
            <a:off x="779425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7</a:t>
            </a:r>
            <a:endParaRPr sz="1328"/>
          </a:p>
        </p:txBody>
      </p:sp>
      <p:sp>
        <p:nvSpPr>
          <p:cNvPr id="529" name="Google Shape;529;p42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0" name="Google Shape;530;p42"/>
          <p:cNvSpPr txBox="1"/>
          <p:nvPr/>
        </p:nvSpPr>
        <p:spPr>
          <a:xfrm>
            <a:off x="2100150" y="1522525"/>
            <a:ext cx="55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 ordenado utilizando o MergeSort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36" name="Google Shape;536;p43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3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3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Complexidade</a:t>
            </a:r>
            <a:r>
              <a:rPr b="1" lang="pt-PT" sz="3250"/>
              <a:t> - MergeSort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9" name="Google Shape;539;p43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Melhor caso: </a:t>
            </a:r>
            <a:r>
              <a:rPr b="1" i="1" lang="pt-PT" sz="1700">
                <a:latin typeface="Arial"/>
                <a:ea typeface="Arial"/>
                <a:cs typeface="Arial"/>
                <a:sym typeface="Arial"/>
              </a:rPr>
              <a:t>O(n log n)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Caso médio: </a:t>
            </a:r>
            <a:r>
              <a:rPr b="1" i="1" lang="pt-PT" sz="1700">
                <a:latin typeface="Arial"/>
                <a:ea typeface="Arial"/>
                <a:cs typeface="Arial"/>
                <a:sym typeface="Arial"/>
              </a:rPr>
              <a:t>O(n log n);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Pior caso: </a:t>
            </a:r>
            <a:r>
              <a:rPr b="1" i="1" lang="pt-PT" sz="1700">
                <a:latin typeface="Arial"/>
                <a:ea typeface="Arial"/>
                <a:cs typeface="Arial"/>
                <a:sym typeface="Arial"/>
              </a:rPr>
              <a:t>O(n log n)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4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 TimSort é um algoritmo de ordenação híbrido, estável e de alto desempenho;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Criado por Tim Peters em 2002;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Utilizado amplamente em Python, Android, Java e outros.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46" name="Google Shape;546;p44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4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8" name="Google Shape;548;p44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5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Os passos são bem simples: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Dividir o vetor em </a:t>
            </a:r>
            <a:r>
              <a:rPr b="1" lang="pt-PT" sz="1700">
                <a:latin typeface="Arial"/>
                <a:ea typeface="Arial"/>
                <a:cs typeface="Arial"/>
                <a:sym typeface="Arial"/>
              </a:rPr>
              <a:t>runs;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Ordenar cada </a:t>
            </a:r>
            <a:r>
              <a:rPr b="1" lang="pt-PT" sz="1700">
                <a:latin typeface="Arial"/>
                <a:ea typeface="Arial"/>
                <a:cs typeface="Arial"/>
                <a:sym typeface="Arial"/>
              </a:rPr>
              <a:t>run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 utilizando o Insertion Sort;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AutoNum type="arabicPeriod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Fazer um merge em cada dupla de </a:t>
            </a:r>
            <a:r>
              <a:rPr b="1" lang="pt-PT" sz="1700">
                <a:latin typeface="Arial"/>
                <a:ea typeface="Arial"/>
                <a:cs typeface="Arial"/>
                <a:sym typeface="Arial"/>
              </a:rPr>
              <a:t>runs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55" name="Google Shape;555;p45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5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Passos do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57" name="Google Shape;557;p45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63" name="Google Shape;563;p46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6"/>
          <p:cNvSpPr/>
          <p:nvPr/>
        </p:nvSpPr>
        <p:spPr>
          <a:xfrm>
            <a:off x="28050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4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565" name="Google Shape;565;p46"/>
          <p:cNvSpPr/>
          <p:nvPr/>
        </p:nvSpPr>
        <p:spPr>
          <a:xfrm>
            <a:off x="1349664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6</a:t>
            </a:r>
            <a:endParaRPr sz="1328"/>
          </a:p>
        </p:txBody>
      </p:sp>
      <p:sp>
        <p:nvSpPr>
          <p:cNvPr id="566" name="Google Shape;566;p46"/>
          <p:cNvSpPr/>
          <p:nvPr/>
        </p:nvSpPr>
        <p:spPr>
          <a:xfrm>
            <a:off x="2418851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1</a:t>
            </a:r>
            <a:endParaRPr sz="1328"/>
          </a:p>
        </p:txBody>
      </p:sp>
      <p:sp>
        <p:nvSpPr>
          <p:cNvPr id="567" name="Google Shape;567;p46"/>
          <p:cNvSpPr/>
          <p:nvPr/>
        </p:nvSpPr>
        <p:spPr>
          <a:xfrm>
            <a:off x="3478188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7</a:t>
            </a:r>
            <a:endParaRPr sz="1328"/>
          </a:p>
        </p:txBody>
      </p:sp>
      <p:sp>
        <p:nvSpPr>
          <p:cNvPr id="568" name="Google Shape;568;p46"/>
          <p:cNvSpPr/>
          <p:nvPr/>
        </p:nvSpPr>
        <p:spPr>
          <a:xfrm>
            <a:off x="455720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>
                <a:solidFill>
                  <a:schemeClr val="dk1"/>
                </a:solidFill>
              </a:rPr>
              <a:t>0</a:t>
            </a:r>
            <a:endParaRPr sz="1328">
              <a:solidFill>
                <a:schemeClr val="dk1"/>
              </a:solidFill>
            </a:endParaRPr>
          </a:p>
        </p:txBody>
      </p:sp>
      <p:sp>
        <p:nvSpPr>
          <p:cNvPr id="569" name="Google Shape;569;p46"/>
          <p:cNvSpPr/>
          <p:nvPr/>
        </p:nvSpPr>
        <p:spPr>
          <a:xfrm>
            <a:off x="5636217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5</a:t>
            </a:r>
            <a:endParaRPr sz="1328"/>
          </a:p>
        </p:txBody>
      </p:sp>
      <p:sp>
        <p:nvSpPr>
          <p:cNvPr id="570" name="Google Shape;570;p46"/>
          <p:cNvSpPr/>
          <p:nvPr/>
        </p:nvSpPr>
        <p:spPr>
          <a:xfrm>
            <a:off x="6715232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2</a:t>
            </a:r>
            <a:endParaRPr sz="1328"/>
          </a:p>
        </p:txBody>
      </p:sp>
      <p:sp>
        <p:nvSpPr>
          <p:cNvPr id="571" name="Google Shape;571;p46"/>
          <p:cNvSpPr/>
          <p:nvPr/>
        </p:nvSpPr>
        <p:spPr>
          <a:xfrm>
            <a:off x="7794250" y="2135125"/>
            <a:ext cx="1069200" cy="1069200"/>
          </a:xfrm>
          <a:prstGeom prst="rect">
            <a:avLst/>
          </a:prstGeom>
          <a:solidFill>
            <a:schemeClr val="lt2"/>
          </a:solidFill>
          <a:ln cap="flat" cmpd="sng" w="9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00" lIns="86700" spcFirstLastPara="1" rIns="86700" wrap="square" tIns="86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328"/>
              <a:t>3</a:t>
            </a:r>
            <a:endParaRPr sz="1328"/>
          </a:p>
        </p:txBody>
      </p:sp>
      <p:sp>
        <p:nvSpPr>
          <p:cNvPr id="572" name="Google Shape;572;p46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3" name="Google Shape;573;p46"/>
          <p:cNvSpPr txBox="1"/>
          <p:nvPr/>
        </p:nvSpPr>
        <p:spPr>
          <a:xfrm>
            <a:off x="527475" y="1482450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 de exemplo utilizado: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6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580" name="Google Shape;580;p47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7"/>
          <p:cNvSpPr/>
          <p:nvPr/>
        </p:nvSpPr>
        <p:spPr>
          <a:xfrm>
            <a:off x="525998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4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582" name="Google Shape;582;p47"/>
          <p:cNvSpPr/>
          <p:nvPr/>
        </p:nvSpPr>
        <p:spPr>
          <a:xfrm>
            <a:off x="145201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583" name="Google Shape;583;p47"/>
          <p:cNvSpPr/>
          <p:nvPr/>
        </p:nvSpPr>
        <p:spPr>
          <a:xfrm>
            <a:off x="2378049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584" name="Google Shape;584;p47"/>
          <p:cNvSpPr/>
          <p:nvPr/>
        </p:nvSpPr>
        <p:spPr>
          <a:xfrm>
            <a:off x="3295552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585" name="Google Shape;585;p47"/>
          <p:cNvSpPr/>
          <p:nvPr/>
        </p:nvSpPr>
        <p:spPr>
          <a:xfrm>
            <a:off x="484501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586" name="Google Shape;586;p47"/>
          <p:cNvSpPr/>
          <p:nvPr/>
        </p:nvSpPr>
        <p:spPr>
          <a:xfrm>
            <a:off x="5779684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587" name="Google Shape;587;p47"/>
          <p:cNvSpPr/>
          <p:nvPr/>
        </p:nvSpPr>
        <p:spPr>
          <a:xfrm>
            <a:off x="671435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588" name="Google Shape;588;p47"/>
          <p:cNvSpPr/>
          <p:nvPr/>
        </p:nvSpPr>
        <p:spPr>
          <a:xfrm>
            <a:off x="764902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589" name="Google Shape;589;p47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90" name="Google Shape;590;p47"/>
          <p:cNvSpPr txBox="1"/>
          <p:nvPr/>
        </p:nvSpPr>
        <p:spPr>
          <a:xfrm>
            <a:off x="527475" y="1482450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1* Passo - Dividindo o vetor em </a:t>
            </a: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1" name="Google Shape;591;p47"/>
          <p:cNvCxnSpPr/>
          <p:nvPr/>
        </p:nvCxnSpPr>
        <p:spPr>
          <a:xfrm flipH="1">
            <a:off x="49147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47"/>
          <p:cNvCxnSpPr/>
          <p:nvPr/>
        </p:nvCxnSpPr>
        <p:spPr>
          <a:xfrm>
            <a:off x="237517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47"/>
          <p:cNvCxnSpPr/>
          <p:nvPr/>
        </p:nvCxnSpPr>
        <p:spPr>
          <a:xfrm flipH="1">
            <a:off x="489772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47"/>
          <p:cNvCxnSpPr/>
          <p:nvPr/>
        </p:nvCxnSpPr>
        <p:spPr>
          <a:xfrm>
            <a:off x="678142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5" name="Google Shape;595;p47"/>
          <p:cNvSpPr txBox="1"/>
          <p:nvPr/>
        </p:nvSpPr>
        <p:spPr>
          <a:xfrm>
            <a:off x="203937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7"/>
          <p:cNvSpPr txBox="1"/>
          <p:nvPr/>
        </p:nvSpPr>
        <p:spPr>
          <a:xfrm>
            <a:off x="636062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7"/>
          <p:cNvSpPr txBox="1"/>
          <p:nvPr/>
        </p:nvSpPr>
        <p:spPr>
          <a:xfrm>
            <a:off x="526000" y="387577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Tamanho da Run = 4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7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04" name="Google Shape;604;p48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8"/>
          <p:cNvSpPr/>
          <p:nvPr/>
        </p:nvSpPr>
        <p:spPr>
          <a:xfrm>
            <a:off x="525998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4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06" name="Google Shape;606;p48"/>
          <p:cNvSpPr/>
          <p:nvPr/>
        </p:nvSpPr>
        <p:spPr>
          <a:xfrm>
            <a:off x="145201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607" name="Google Shape;607;p48"/>
          <p:cNvSpPr/>
          <p:nvPr/>
        </p:nvSpPr>
        <p:spPr>
          <a:xfrm>
            <a:off x="2378049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608" name="Google Shape;608;p48"/>
          <p:cNvSpPr/>
          <p:nvPr/>
        </p:nvSpPr>
        <p:spPr>
          <a:xfrm>
            <a:off x="3295552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609" name="Google Shape;609;p48"/>
          <p:cNvSpPr/>
          <p:nvPr/>
        </p:nvSpPr>
        <p:spPr>
          <a:xfrm>
            <a:off x="484501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10" name="Google Shape;610;p48"/>
          <p:cNvSpPr/>
          <p:nvPr/>
        </p:nvSpPr>
        <p:spPr>
          <a:xfrm>
            <a:off x="5779684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611" name="Google Shape;611;p48"/>
          <p:cNvSpPr/>
          <p:nvPr/>
        </p:nvSpPr>
        <p:spPr>
          <a:xfrm>
            <a:off x="671435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612" name="Google Shape;612;p48"/>
          <p:cNvSpPr/>
          <p:nvPr/>
        </p:nvSpPr>
        <p:spPr>
          <a:xfrm>
            <a:off x="764902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613" name="Google Shape;613;p48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14" name="Google Shape;614;p48"/>
          <p:cNvSpPr txBox="1"/>
          <p:nvPr/>
        </p:nvSpPr>
        <p:spPr>
          <a:xfrm>
            <a:off x="527475" y="1482450"/>
            <a:ext cx="657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Passo - Ordenar cada </a:t>
            </a: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usando o Insertion Sort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5" name="Google Shape;615;p48"/>
          <p:cNvCxnSpPr/>
          <p:nvPr/>
        </p:nvCxnSpPr>
        <p:spPr>
          <a:xfrm flipH="1">
            <a:off x="49147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48"/>
          <p:cNvCxnSpPr/>
          <p:nvPr/>
        </p:nvCxnSpPr>
        <p:spPr>
          <a:xfrm>
            <a:off x="237517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48"/>
          <p:cNvCxnSpPr/>
          <p:nvPr/>
        </p:nvCxnSpPr>
        <p:spPr>
          <a:xfrm flipH="1">
            <a:off x="489772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48"/>
          <p:cNvCxnSpPr/>
          <p:nvPr/>
        </p:nvCxnSpPr>
        <p:spPr>
          <a:xfrm>
            <a:off x="678142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9" name="Google Shape;619;p48"/>
          <p:cNvSpPr txBox="1"/>
          <p:nvPr/>
        </p:nvSpPr>
        <p:spPr>
          <a:xfrm>
            <a:off x="203937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8"/>
          <p:cNvSpPr txBox="1"/>
          <p:nvPr/>
        </p:nvSpPr>
        <p:spPr>
          <a:xfrm>
            <a:off x="636062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8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27" name="Google Shape;627;p49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49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4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29" name="Google Shape;629;p49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630" name="Google Shape;630;p49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631" name="Google Shape;631;p49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632" name="Google Shape;632;p49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3" name="Google Shape;633;p49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49"/>
          <p:cNvCxnSpPr/>
          <p:nvPr/>
        </p:nvCxnSpPr>
        <p:spPr>
          <a:xfrm flipH="1">
            <a:off x="3027575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5" name="Google Shape;635;p49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41" name="Google Shape;641;p50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0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4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43" name="Google Shape;643;p50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644" name="Google Shape;644;p50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645" name="Google Shape;645;p50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646" name="Google Shape;646;p50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47" name="Google Shape;647;p50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8" name="Google Shape;648;p50"/>
          <p:cNvCxnSpPr/>
          <p:nvPr/>
        </p:nvCxnSpPr>
        <p:spPr>
          <a:xfrm flipH="1">
            <a:off x="3953600" y="179550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9" name="Google Shape;649;p50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&lt; 4     SEM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0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56" name="Google Shape;656;p51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1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4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58" name="Google Shape;658;p51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659" name="Google Shape;659;p51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660" name="Google Shape;660;p51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661" name="Google Shape;661;p51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51"/>
          <p:cNvCxnSpPr/>
          <p:nvPr/>
        </p:nvCxnSpPr>
        <p:spPr>
          <a:xfrm flipH="1">
            <a:off x="4879625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p51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6   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51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71" name="Google Shape;671;p52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2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4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73" name="Google Shape;673;p52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674" name="Google Shape;674;p52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675" name="Google Shape;675;p52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676" name="Google Shape;676;p52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7" name="Google Shape;677;p52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8" name="Google Shape;678;p52"/>
          <p:cNvCxnSpPr/>
          <p:nvPr/>
        </p:nvCxnSpPr>
        <p:spPr>
          <a:xfrm flipH="1">
            <a:off x="4879625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9" name="Google Shape;679;p52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&lt; 4  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52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686" name="Google Shape;686;p53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3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1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688" name="Google Shape;688;p53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689" name="Google Shape;689;p53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690" name="Google Shape;690;p53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691" name="Google Shape;691;p53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3" name="Google Shape;693;p53"/>
          <p:cNvCxnSpPr/>
          <p:nvPr/>
        </p:nvCxnSpPr>
        <p:spPr>
          <a:xfrm flipH="1">
            <a:off x="4879625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4" name="Google Shape;694;p53"/>
          <p:cNvSpPr txBox="1"/>
          <p:nvPr/>
        </p:nvSpPr>
        <p:spPr>
          <a:xfrm>
            <a:off x="3609525" y="3781625"/>
            <a:ext cx="2599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&lt; 4  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3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01" name="Google Shape;701;p54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4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1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03" name="Google Shape;703;p54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704" name="Google Shape;704;p54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705" name="Google Shape;705;p54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706" name="Google Shape;706;p54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7" name="Google Shape;707;p54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54"/>
          <p:cNvCxnSpPr/>
          <p:nvPr/>
        </p:nvCxnSpPr>
        <p:spPr>
          <a:xfrm flipH="1">
            <a:off x="5797125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9" name="Google Shape;709;p54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6    SEM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4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16" name="Google Shape;716;p55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5"/>
          <p:cNvSpPr/>
          <p:nvPr/>
        </p:nvSpPr>
        <p:spPr>
          <a:xfrm>
            <a:off x="525998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1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18" name="Google Shape;718;p55"/>
          <p:cNvSpPr/>
          <p:nvPr/>
        </p:nvSpPr>
        <p:spPr>
          <a:xfrm>
            <a:off x="145201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719" name="Google Shape;719;p55"/>
          <p:cNvSpPr/>
          <p:nvPr/>
        </p:nvSpPr>
        <p:spPr>
          <a:xfrm>
            <a:off x="2378049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720" name="Google Shape;720;p55"/>
          <p:cNvSpPr/>
          <p:nvPr/>
        </p:nvSpPr>
        <p:spPr>
          <a:xfrm>
            <a:off x="3295552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721" name="Google Shape;721;p55"/>
          <p:cNvSpPr/>
          <p:nvPr/>
        </p:nvSpPr>
        <p:spPr>
          <a:xfrm>
            <a:off x="484501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22" name="Google Shape;722;p55"/>
          <p:cNvSpPr/>
          <p:nvPr/>
        </p:nvSpPr>
        <p:spPr>
          <a:xfrm>
            <a:off x="5779684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723" name="Google Shape;723;p55"/>
          <p:cNvSpPr/>
          <p:nvPr/>
        </p:nvSpPr>
        <p:spPr>
          <a:xfrm>
            <a:off x="671435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724" name="Google Shape;724;p55"/>
          <p:cNvSpPr/>
          <p:nvPr/>
        </p:nvSpPr>
        <p:spPr>
          <a:xfrm>
            <a:off x="764902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725" name="Google Shape;725;p55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726" name="Google Shape;726;p55"/>
          <p:cNvCxnSpPr/>
          <p:nvPr/>
        </p:nvCxnSpPr>
        <p:spPr>
          <a:xfrm flipH="1">
            <a:off x="49147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7" name="Google Shape;727;p55"/>
          <p:cNvCxnSpPr/>
          <p:nvPr/>
        </p:nvCxnSpPr>
        <p:spPr>
          <a:xfrm>
            <a:off x="237517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8" name="Google Shape;728;p55"/>
          <p:cNvCxnSpPr/>
          <p:nvPr/>
        </p:nvCxnSpPr>
        <p:spPr>
          <a:xfrm flipH="1">
            <a:off x="489772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9" name="Google Shape;729;p55"/>
          <p:cNvCxnSpPr/>
          <p:nvPr/>
        </p:nvCxnSpPr>
        <p:spPr>
          <a:xfrm>
            <a:off x="678142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0" name="Google Shape;730;p55"/>
          <p:cNvSpPr txBox="1"/>
          <p:nvPr/>
        </p:nvSpPr>
        <p:spPr>
          <a:xfrm>
            <a:off x="203937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5"/>
          <p:cNvSpPr txBox="1"/>
          <p:nvPr/>
        </p:nvSpPr>
        <p:spPr>
          <a:xfrm>
            <a:off x="636062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5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38" name="Google Shape;738;p56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6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40" name="Google Shape;740;p56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741" name="Google Shape;741;p56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742" name="Google Shape;742;p56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743" name="Google Shape;743;p56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44" name="Google Shape;744;p56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5" name="Google Shape;745;p56"/>
          <p:cNvCxnSpPr/>
          <p:nvPr/>
        </p:nvCxnSpPr>
        <p:spPr>
          <a:xfrm flipH="1">
            <a:off x="3027575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56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52" name="Google Shape;752;p57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7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54" name="Google Shape;754;p57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755" name="Google Shape;755;p57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756" name="Google Shape;756;p57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757" name="Google Shape;757;p57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58" name="Google Shape;758;p57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p57"/>
          <p:cNvCxnSpPr/>
          <p:nvPr/>
        </p:nvCxnSpPr>
        <p:spPr>
          <a:xfrm flipH="1">
            <a:off x="3953600" y="182595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0" name="Google Shape;760;p57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0  SEM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7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67" name="Google Shape;767;p58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69" name="Google Shape;769;p58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770" name="Google Shape;770;p58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771" name="Google Shape;771;p58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772" name="Google Shape;772;p58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73" name="Google Shape;773;p58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4" name="Google Shape;774;p58"/>
          <p:cNvCxnSpPr/>
          <p:nvPr/>
        </p:nvCxnSpPr>
        <p:spPr>
          <a:xfrm flipH="1">
            <a:off x="4879625" y="180420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5" name="Google Shape;775;p58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5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8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82" name="Google Shape;782;p59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9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84" name="Google Shape;784;p59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785" name="Google Shape;785;p59"/>
          <p:cNvSpPr/>
          <p:nvPr/>
        </p:nvSpPr>
        <p:spPr>
          <a:xfrm>
            <a:off x="44117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786" name="Google Shape;786;p59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787" name="Google Shape;787;p59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88" name="Google Shape;788;p59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9" name="Google Shape;789;p59"/>
          <p:cNvCxnSpPr/>
          <p:nvPr/>
        </p:nvCxnSpPr>
        <p:spPr>
          <a:xfrm flipH="1">
            <a:off x="4879625" y="180420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0" name="Google Shape;790;p59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&lt; 5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9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797" name="Google Shape;797;p60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0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99" name="Google Shape;799;p60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800" name="Google Shape;800;p60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801" name="Google Shape;801;p60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802" name="Google Shape;802;p60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03" name="Google Shape;803;p60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4" name="Google Shape;804;p60"/>
          <p:cNvCxnSpPr/>
          <p:nvPr/>
        </p:nvCxnSpPr>
        <p:spPr>
          <a:xfrm flipH="1">
            <a:off x="5797125" y="178030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5" name="Google Shape;805;p60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 5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0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6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12" name="Google Shape;812;p61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1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61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15" name="Google Shape;815;p61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816" name="Google Shape;816;p61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817" name="Google Shape;817;p61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818" name="Google Shape;818;p61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19" name="Google Shape;819;p61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0" name="Google Shape;820;p61"/>
          <p:cNvCxnSpPr/>
          <p:nvPr/>
        </p:nvCxnSpPr>
        <p:spPr>
          <a:xfrm flipH="1">
            <a:off x="5797125" y="178030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1" name="Google Shape;821;p61"/>
          <p:cNvSpPr txBox="1"/>
          <p:nvPr/>
        </p:nvSpPr>
        <p:spPr>
          <a:xfrm>
            <a:off x="3609525" y="3781625"/>
            <a:ext cx="4382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&lt; 5  TROCA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27" name="Google Shape;827;p62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62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62"/>
          <p:cNvSpPr/>
          <p:nvPr/>
        </p:nvSpPr>
        <p:spPr>
          <a:xfrm>
            <a:off x="2568273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30" name="Google Shape;830;p62"/>
          <p:cNvSpPr/>
          <p:nvPr/>
        </p:nvSpPr>
        <p:spPr>
          <a:xfrm>
            <a:off x="3494288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831" name="Google Shape;831;p62"/>
          <p:cNvSpPr/>
          <p:nvPr/>
        </p:nvSpPr>
        <p:spPr>
          <a:xfrm>
            <a:off x="4420324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832" name="Google Shape;832;p62"/>
          <p:cNvSpPr/>
          <p:nvPr/>
        </p:nvSpPr>
        <p:spPr>
          <a:xfrm>
            <a:off x="5337827" y="26281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833" name="Google Shape;833;p62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34" name="Google Shape;834;p62"/>
          <p:cNvSpPr txBox="1"/>
          <p:nvPr/>
        </p:nvSpPr>
        <p:spPr>
          <a:xfrm>
            <a:off x="624150" y="136167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" name="Google Shape;835;p62"/>
          <p:cNvCxnSpPr/>
          <p:nvPr/>
        </p:nvCxnSpPr>
        <p:spPr>
          <a:xfrm flipH="1">
            <a:off x="5797125" y="1780300"/>
            <a:ext cx="7500" cy="74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41" name="Google Shape;841;p63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3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63"/>
          <p:cNvSpPr/>
          <p:nvPr/>
        </p:nvSpPr>
        <p:spPr>
          <a:xfrm>
            <a:off x="525998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1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44" name="Google Shape;844;p63"/>
          <p:cNvSpPr/>
          <p:nvPr/>
        </p:nvSpPr>
        <p:spPr>
          <a:xfrm>
            <a:off x="145201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845" name="Google Shape;845;p63"/>
          <p:cNvSpPr/>
          <p:nvPr/>
        </p:nvSpPr>
        <p:spPr>
          <a:xfrm>
            <a:off x="2378049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846" name="Google Shape;846;p63"/>
          <p:cNvSpPr/>
          <p:nvPr/>
        </p:nvSpPr>
        <p:spPr>
          <a:xfrm>
            <a:off x="3295552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847" name="Google Shape;847;p63"/>
          <p:cNvSpPr/>
          <p:nvPr/>
        </p:nvSpPr>
        <p:spPr>
          <a:xfrm>
            <a:off x="484501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48" name="Google Shape;848;p63"/>
          <p:cNvSpPr/>
          <p:nvPr/>
        </p:nvSpPr>
        <p:spPr>
          <a:xfrm>
            <a:off x="5779684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849" name="Google Shape;849;p63"/>
          <p:cNvSpPr/>
          <p:nvPr/>
        </p:nvSpPr>
        <p:spPr>
          <a:xfrm>
            <a:off x="671435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850" name="Google Shape;850;p63"/>
          <p:cNvSpPr/>
          <p:nvPr/>
        </p:nvSpPr>
        <p:spPr>
          <a:xfrm>
            <a:off x="764902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851" name="Google Shape;851;p63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852" name="Google Shape;852;p63"/>
          <p:cNvCxnSpPr/>
          <p:nvPr/>
        </p:nvCxnSpPr>
        <p:spPr>
          <a:xfrm flipH="1">
            <a:off x="49147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3" name="Google Shape;853;p63"/>
          <p:cNvCxnSpPr/>
          <p:nvPr/>
        </p:nvCxnSpPr>
        <p:spPr>
          <a:xfrm>
            <a:off x="237517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4" name="Google Shape;854;p63"/>
          <p:cNvCxnSpPr/>
          <p:nvPr/>
        </p:nvCxnSpPr>
        <p:spPr>
          <a:xfrm flipH="1">
            <a:off x="489772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5" name="Google Shape;855;p63"/>
          <p:cNvCxnSpPr/>
          <p:nvPr/>
        </p:nvCxnSpPr>
        <p:spPr>
          <a:xfrm>
            <a:off x="678142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6" name="Google Shape;856;p63"/>
          <p:cNvSpPr txBox="1"/>
          <p:nvPr/>
        </p:nvSpPr>
        <p:spPr>
          <a:xfrm>
            <a:off x="203937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3"/>
          <p:cNvSpPr txBox="1"/>
          <p:nvPr/>
        </p:nvSpPr>
        <p:spPr>
          <a:xfrm>
            <a:off x="636062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3"/>
          <p:cNvSpPr txBox="1"/>
          <p:nvPr/>
        </p:nvSpPr>
        <p:spPr>
          <a:xfrm>
            <a:off x="527475" y="1482450"/>
            <a:ext cx="657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</a:t>
            </a: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foi ordenada usando o insertion sort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64" name="Google Shape;864;p64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4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64"/>
          <p:cNvSpPr/>
          <p:nvPr/>
        </p:nvSpPr>
        <p:spPr>
          <a:xfrm>
            <a:off x="525998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1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67" name="Google Shape;867;p64"/>
          <p:cNvSpPr/>
          <p:nvPr/>
        </p:nvSpPr>
        <p:spPr>
          <a:xfrm>
            <a:off x="145201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868" name="Google Shape;868;p64"/>
          <p:cNvSpPr/>
          <p:nvPr/>
        </p:nvSpPr>
        <p:spPr>
          <a:xfrm>
            <a:off x="2378049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869" name="Google Shape;869;p64"/>
          <p:cNvSpPr/>
          <p:nvPr/>
        </p:nvSpPr>
        <p:spPr>
          <a:xfrm>
            <a:off x="3295552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  <p:sp>
        <p:nvSpPr>
          <p:cNvPr id="870" name="Google Shape;870;p64"/>
          <p:cNvSpPr/>
          <p:nvPr/>
        </p:nvSpPr>
        <p:spPr>
          <a:xfrm>
            <a:off x="484501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>
                <a:solidFill>
                  <a:schemeClr val="dk1"/>
                </a:solidFill>
              </a:rPr>
              <a:t>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71" name="Google Shape;871;p64"/>
          <p:cNvSpPr/>
          <p:nvPr/>
        </p:nvSpPr>
        <p:spPr>
          <a:xfrm>
            <a:off x="5779684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872" name="Google Shape;872;p64"/>
          <p:cNvSpPr/>
          <p:nvPr/>
        </p:nvSpPr>
        <p:spPr>
          <a:xfrm>
            <a:off x="6714353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873" name="Google Shape;873;p64"/>
          <p:cNvSpPr/>
          <p:nvPr/>
        </p:nvSpPr>
        <p:spPr>
          <a:xfrm>
            <a:off x="7649025" y="2643300"/>
            <a:ext cx="926100" cy="926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874" name="Google Shape;874;p64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875" name="Google Shape;875;p64"/>
          <p:cNvCxnSpPr/>
          <p:nvPr/>
        </p:nvCxnSpPr>
        <p:spPr>
          <a:xfrm flipH="1">
            <a:off x="49147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6" name="Google Shape;876;p64"/>
          <p:cNvCxnSpPr/>
          <p:nvPr/>
        </p:nvCxnSpPr>
        <p:spPr>
          <a:xfrm>
            <a:off x="237517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64"/>
          <p:cNvCxnSpPr/>
          <p:nvPr/>
        </p:nvCxnSpPr>
        <p:spPr>
          <a:xfrm flipH="1">
            <a:off x="4897725" y="2309650"/>
            <a:ext cx="18837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64"/>
          <p:cNvCxnSpPr/>
          <p:nvPr/>
        </p:nvCxnSpPr>
        <p:spPr>
          <a:xfrm>
            <a:off x="6781425" y="2309650"/>
            <a:ext cx="1793700" cy="25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9" name="Google Shape;879;p64"/>
          <p:cNvSpPr txBox="1"/>
          <p:nvPr/>
        </p:nvSpPr>
        <p:spPr>
          <a:xfrm>
            <a:off x="203937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4"/>
          <p:cNvSpPr txBox="1"/>
          <p:nvPr/>
        </p:nvSpPr>
        <p:spPr>
          <a:xfrm>
            <a:off x="6360625" y="1924725"/>
            <a:ext cx="926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4"/>
          <p:cNvSpPr txBox="1"/>
          <p:nvPr/>
        </p:nvSpPr>
        <p:spPr>
          <a:xfrm>
            <a:off x="527475" y="1482450"/>
            <a:ext cx="657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3* Passo - Fazer o </a:t>
            </a: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na dupla de </a:t>
            </a:r>
            <a:r>
              <a:rPr b="1"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887" name="Google Shape;887;p65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65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65"/>
          <p:cNvSpPr/>
          <p:nvPr/>
        </p:nvSpPr>
        <p:spPr>
          <a:xfrm>
            <a:off x="87577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>
                <a:solidFill>
                  <a:schemeClr val="dk1"/>
                </a:solidFill>
              </a:rPr>
              <a:t>1</a:t>
            </a:r>
            <a:endParaRPr sz="967">
              <a:solidFill>
                <a:schemeClr val="dk1"/>
              </a:solidFill>
            </a:endParaRPr>
          </a:p>
        </p:txBody>
      </p:sp>
      <p:sp>
        <p:nvSpPr>
          <p:cNvPr id="890" name="Google Shape;890;p65"/>
          <p:cNvSpPr/>
          <p:nvPr/>
        </p:nvSpPr>
        <p:spPr>
          <a:xfrm>
            <a:off x="165420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4</a:t>
            </a:r>
            <a:endParaRPr sz="967"/>
          </a:p>
        </p:txBody>
      </p:sp>
      <p:sp>
        <p:nvSpPr>
          <p:cNvPr id="891" name="Google Shape;891;p65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892" name="Google Shape;892;p65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893" name="Google Shape;893;p65"/>
          <p:cNvSpPr/>
          <p:nvPr/>
        </p:nvSpPr>
        <p:spPr>
          <a:xfrm>
            <a:off x="4848367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>
                <a:solidFill>
                  <a:schemeClr val="dk1"/>
                </a:solidFill>
              </a:rPr>
              <a:t>0</a:t>
            </a:r>
            <a:endParaRPr sz="1007">
              <a:solidFill>
                <a:schemeClr val="dk1"/>
              </a:solidFill>
            </a:endParaRPr>
          </a:p>
        </p:txBody>
      </p:sp>
      <p:sp>
        <p:nvSpPr>
          <p:cNvPr id="894" name="Google Shape;894;p65"/>
          <p:cNvSpPr/>
          <p:nvPr/>
        </p:nvSpPr>
        <p:spPr>
          <a:xfrm>
            <a:off x="5667134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2</a:t>
            </a:r>
            <a:endParaRPr sz="1007"/>
          </a:p>
        </p:txBody>
      </p:sp>
      <p:sp>
        <p:nvSpPr>
          <p:cNvPr id="895" name="Google Shape;895;p65"/>
          <p:cNvSpPr/>
          <p:nvPr/>
        </p:nvSpPr>
        <p:spPr>
          <a:xfrm>
            <a:off x="6485900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3</a:t>
            </a:r>
            <a:endParaRPr sz="1007"/>
          </a:p>
        </p:txBody>
      </p:sp>
      <p:sp>
        <p:nvSpPr>
          <p:cNvPr id="896" name="Google Shape;896;p65"/>
          <p:cNvSpPr/>
          <p:nvPr/>
        </p:nvSpPr>
        <p:spPr>
          <a:xfrm>
            <a:off x="7304669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5</a:t>
            </a:r>
            <a:endParaRPr sz="1007"/>
          </a:p>
        </p:txBody>
      </p:sp>
      <p:sp>
        <p:nvSpPr>
          <p:cNvPr id="897" name="Google Shape;897;p65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898" name="Google Shape;898;p65"/>
          <p:cNvCxnSpPr/>
          <p:nvPr/>
        </p:nvCxnSpPr>
        <p:spPr>
          <a:xfrm flipH="1">
            <a:off x="1257400" y="12508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65"/>
          <p:cNvCxnSpPr/>
          <p:nvPr/>
        </p:nvCxnSpPr>
        <p:spPr>
          <a:xfrm flipH="1">
            <a:off x="5250075" y="12508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0" name="Google Shape;900;p65"/>
          <p:cNvSpPr txBox="1"/>
          <p:nvPr/>
        </p:nvSpPr>
        <p:spPr>
          <a:xfrm>
            <a:off x="5546375" y="340817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0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65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07" name="Google Shape;907;p66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66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66"/>
          <p:cNvSpPr/>
          <p:nvPr/>
        </p:nvSpPr>
        <p:spPr>
          <a:xfrm>
            <a:off x="87577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>
                <a:solidFill>
                  <a:schemeClr val="dk1"/>
                </a:solidFill>
              </a:rPr>
              <a:t>1</a:t>
            </a:r>
            <a:endParaRPr sz="967">
              <a:solidFill>
                <a:schemeClr val="dk1"/>
              </a:solidFill>
            </a:endParaRPr>
          </a:p>
        </p:txBody>
      </p:sp>
      <p:sp>
        <p:nvSpPr>
          <p:cNvPr id="910" name="Google Shape;910;p66"/>
          <p:cNvSpPr/>
          <p:nvPr/>
        </p:nvSpPr>
        <p:spPr>
          <a:xfrm>
            <a:off x="165420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4</a:t>
            </a:r>
            <a:endParaRPr sz="967"/>
          </a:p>
        </p:txBody>
      </p:sp>
      <p:sp>
        <p:nvSpPr>
          <p:cNvPr id="911" name="Google Shape;911;p66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912" name="Google Shape;912;p66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913" name="Google Shape;913;p66"/>
          <p:cNvSpPr/>
          <p:nvPr/>
        </p:nvSpPr>
        <p:spPr>
          <a:xfrm>
            <a:off x="5667134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2</a:t>
            </a:r>
            <a:endParaRPr sz="1007"/>
          </a:p>
        </p:txBody>
      </p:sp>
      <p:sp>
        <p:nvSpPr>
          <p:cNvPr id="914" name="Google Shape;914;p66"/>
          <p:cNvSpPr/>
          <p:nvPr/>
        </p:nvSpPr>
        <p:spPr>
          <a:xfrm>
            <a:off x="6485900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3</a:t>
            </a:r>
            <a:endParaRPr sz="1007"/>
          </a:p>
        </p:txBody>
      </p:sp>
      <p:sp>
        <p:nvSpPr>
          <p:cNvPr id="915" name="Google Shape;915;p66"/>
          <p:cNvSpPr/>
          <p:nvPr/>
        </p:nvSpPr>
        <p:spPr>
          <a:xfrm>
            <a:off x="7304669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5</a:t>
            </a:r>
            <a:endParaRPr sz="1007"/>
          </a:p>
        </p:txBody>
      </p:sp>
      <p:sp>
        <p:nvSpPr>
          <p:cNvPr id="916" name="Google Shape;916;p66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917" name="Google Shape;917;p66"/>
          <p:cNvCxnSpPr/>
          <p:nvPr/>
        </p:nvCxnSpPr>
        <p:spPr>
          <a:xfrm flipH="1">
            <a:off x="1257400" y="12508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8" name="Google Shape;918;p66"/>
          <p:cNvCxnSpPr/>
          <p:nvPr/>
        </p:nvCxnSpPr>
        <p:spPr>
          <a:xfrm flipH="1">
            <a:off x="6068825" y="12508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9" name="Google Shape;919;p66"/>
          <p:cNvSpPr txBox="1"/>
          <p:nvPr/>
        </p:nvSpPr>
        <p:spPr>
          <a:xfrm>
            <a:off x="5519200" y="341362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6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921" name="Google Shape;921;p66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27" name="Google Shape;927;p67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7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67"/>
          <p:cNvSpPr/>
          <p:nvPr/>
        </p:nvSpPr>
        <p:spPr>
          <a:xfrm>
            <a:off x="165420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4</a:t>
            </a:r>
            <a:endParaRPr sz="967"/>
          </a:p>
        </p:txBody>
      </p:sp>
      <p:sp>
        <p:nvSpPr>
          <p:cNvPr id="930" name="Google Shape;930;p67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931" name="Google Shape;931;p67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932" name="Google Shape;932;p67"/>
          <p:cNvSpPr/>
          <p:nvPr/>
        </p:nvSpPr>
        <p:spPr>
          <a:xfrm>
            <a:off x="5667134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2</a:t>
            </a:r>
            <a:endParaRPr sz="1007"/>
          </a:p>
        </p:txBody>
      </p:sp>
      <p:sp>
        <p:nvSpPr>
          <p:cNvPr id="933" name="Google Shape;933;p67"/>
          <p:cNvSpPr/>
          <p:nvPr/>
        </p:nvSpPr>
        <p:spPr>
          <a:xfrm>
            <a:off x="6485900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3</a:t>
            </a:r>
            <a:endParaRPr sz="1007"/>
          </a:p>
        </p:txBody>
      </p:sp>
      <p:sp>
        <p:nvSpPr>
          <p:cNvPr id="934" name="Google Shape;934;p67"/>
          <p:cNvSpPr/>
          <p:nvPr/>
        </p:nvSpPr>
        <p:spPr>
          <a:xfrm>
            <a:off x="7304669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5</a:t>
            </a:r>
            <a:endParaRPr sz="1007"/>
          </a:p>
        </p:txBody>
      </p:sp>
      <p:sp>
        <p:nvSpPr>
          <p:cNvPr id="935" name="Google Shape;935;p67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936" name="Google Shape;936;p67"/>
          <p:cNvCxnSpPr/>
          <p:nvPr/>
        </p:nvCxnSpPr>
        <p:spPr>
          <a:xfrm flipH="1">
            <a:off x="2039400" y="1211663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67"/>
          <p:cNvCxnSpPr/>
          <p:nvPr/>
        </p:nvCxnSpPr>
        <p:spPr>
          <a:xfrm flipH="1">
            <a:off x="6068825" y="12508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8" name="Google Shape;938;p67"/>
          <p:cNvSpPr txBox="1"/>
          <p:nvPr/>
        </p:nvSpPr>
        <p:spPr>
          <a:xfrm>
            <a:off x="5519200" y="341362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7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940" name="Google Shape;940;p67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941" name="Google Shape;941;p67"/>
          <p:cNvSpPr/>
          <p:nvPr/>
        </p:nvSpPr>
        <p:spPr>
          <a:xfrm>
            <a:off x="22834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47" name="Google Shape;947;p68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8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68"/>
          <p:cNvSpPr/>
          <p:nvPr/>
        </p:nvSpPr>
        <p:spPr>
          <a:xfrm>
            <a:off x="165420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4</a:t>
            </a:r>
            <a:endParaRPr sz="967"/>
          </a:p>
        </p:txBody>
      </p:sp>
      <p:sp>
        <p:nvSpPr>
          <p:cNvPr id="950" name="Google Shape;950;p68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951" name="Google Shape;951;p68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952" name="Google Shape;952;p68"/>
          <p:cNvSpPr/>
          <p:nvPr/>
        </p:nvSpPr>
        <p:spPr>
          <a:xfrm>
            <a:off x="6485900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3</a:t>
            </a:r>
            <a:endParaRPr sz="1007"/>
          </a:p>
        </p:txBody>
      </p:sp>
      <p:sp>
        <p:nvSpPr>
          <p:cNvPr id="953" name="Google Shape;953;p68"/>
          <p:cNvSpPr/>
          <p:nvPr/>
        </p:nvSpPr>
        <p:spPr>
          <a:xfrm>
            <a:off x="7304669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5</a:t>
            </a:r>
            <a:endParaRPr sz="1007"/>
          </a:p>
        </p:txBody>
      </p:sp>
      <p:sp>
        <p:nvSpPr>
          <p:cNvPr id="954" name="Google Shape;954;p68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955" name="Google Shape;955;p68"/>
          <p:cNvCxnSpPr/>
          <p:nvPr/>
        </p:nvCxnSpPr>
        <p:spPr>
          <a:xfrm flipH="1">
            <a:off x="2039400" y="1211663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6" name="Google Shape;956;p68"/>
          <p:cNvCxnSpPr/>
          <p:nvPr/>
        </p:nvCxnSpPr>
        <p:spPr>
          <a:xfrm flipH="1">
            <a:off x="6887600" y="125630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7" name="Google Shape;957;p68"/>
          <p:cNvSpPr txBox="1"/>
          <p:nvPr/>
        </p:nvSpPr>
        <p:spPr>
          <a:xfrm>
            <a:off x="5519200" y="341362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8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959" name="Google Shape;959;p68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960" name="Google Shape;960;p68"/>
          <p:cNvSpPr/>
          <p:nvPr/>
        </p:nvSpPr>
        <p:spPr>
          <a:xfrm>
            <a:off x="22834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961" name="Google Shape;961;p68"/>
          <p:cNvSpPr/>
          <p:nvPr/>
        </p:nvSpPr>
        <p:spPr>
          <a:xfrm>
            <a:off x="29647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67" name="Google Shape;967;p69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9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9"/>
          <p:cNvSpPr/>
          <p:nvPr/>
        </p:nvSpPr>
        <p:spPr>
          <a:xfrm>
            <a:off x="165420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4</a:t>
            </a:r>
            <a:endParaRPr sz="967"/>
          </a:p>
        </p:txBody>
      </p:sp>
      <p:sp>
        <p:nvSpPr>
          <p:cNvPr id="970" name="Google Shape;970;p69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971" name="Google Shape;971;p69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972" name="Google Shape;972;p69"/>
          <p:cNvSpPr/>
          <p:nvPr/>
        </p:nvSpPr>
        <p:spPr>
          <a:xfrm>
            <a:off x="7304669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5</a:t>
            </a:r>
            <a:endParaRPr sz="1007"/>
          </a:p>
        </p:txBody>
      </p:sp>
      <p:sp>
        <p:nvSpPr>
          <p:cNvPr id="973" name="Google Shape;973;p69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974" name="Google Shape;974;p69"/>
          <p:cNvCxnSpPr/>
          <p:nvPr/>
        </p:nvCxnSpPr>
        <p:spPr>
          <a:xfrm flipH="1">
            <a:off x="2039400" y="1211663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5" name="Google Shape;975;p69"/>
          <p:cNvCxnSpPr/>
          <p:nvPr/>
        </p:nvCxnSpPr>
        <p:spPr>
          <a:xfrm flipH="1">
            <a:off x="7706375" y="1261725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6" name="Google Shape;976;p69"/>
          <p:cNvSpPr txBox="1"/>
          <p:nvPr/>
        </p:nvSpPr>
        <p:spPr>
          <a:xfrm>
            <a:off x="5519200" y="341362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4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9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978" name="Google Shape;978;p69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979" name="Google Shape;979;p69"/>
          <p:cNvSpPr/>
          <p:nvPr/>
        </p:nvSpPr>
        <p:spPr>
          <a:xfrm>
            <a:off x="22834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980" name="Google Shape;980;p69"/>
          <p:cNvSpPr/>
          <p:nvPr/>
        </p:nvSpPr>
        <p:spPr>
          <a:xfrm>
            <a:off x="29647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981" name="Google Shape;981;p69"/>
          <p:cNvSpPr/>
          <p:nvPr/>
        </p:nvSpPr>
        <p:spPr>
          <a:xfrm>
            <a:off x="36460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87" name="Google Shape;987;p70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70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70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990" name="Google Shape;990;p70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991" name="Google Shape;991;p70"/>
          <p:cNvSpPr/>
          <p:nvPr/>
        </p:nvSpPr>
        <p:spPr>
          <a:xfrm>
            <a:off x="7304669" y="1820194"/>
            <a:ext cx="811500" cy="811500"/>
          </a:xfrm>
          <a:prstGeom prst="rect">
            <a:avLst/>
          </a:prstGeom>
          <a:solidFill>
            <a:schemeClr val="lt2"/>
          </a:solidFill>
          <a:ln cap="flat" cmpd="sng" w="68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775" lIns="65775" spcFirstLastPara="1" rIns="65775" wrap="square" tIns="65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007"/>
              <a:t>5</a:t>
            </a:r>
            <a:endParaRPr sz="1007"/>
          </a:p>
        </p:txBody>
      </p:sp>
      <p:sp>
        <p:nvSpPr>
          <p:cNvPr id="992" name="Google Shape;992;p70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993" name="Google Shape;993;p70"/>
          <p:cNvCxnSpPr/>
          <p:nvPr/>
        </p:nvCxnSpPr>
        <p:spPr>
          <a:xfrm flipH="1">
            <a:off x="2817850" y="12116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70"/>
          <p:cNvCxnSpPr/>
          <p:nvPr/>
        </p:nvCxnSpPr>
        <p:spPr>
          <a:xfrm flipH="1">
            <a:off x="7706375" y="1261725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70"/>
          <p:cNvSpPr txBox="1"/>
          <p:nvPr/>
        </p:nvSpPr>
        <p:spPr>
          <a:xfrm>
            <a:off x="5519200" y="341362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5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70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997" name="Google Shape;997;p70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998" name="Google Shape;998;p70"/>
          <p:cNvSpPr/>
          <p:nvPr/>
        </p:nvSpPr>
        <p:spPr>
          <a:xfrm>
            <a:off x="22834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999" name="Google Shape;999;p70"/>
          <p:cNvSpPr/>
          <p:nvPr/>
        </p:nvSpPr>
        <p:spPr>
          <a:xfrm>
            <a:off x="29647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1000" name="Google Shape;1000;p70"/>
          <p:cNvSpPr/>
          <p:nvPr/>
        </p:nvSpPr>
        <p:spPr>
          <a:xfrm>
            <a:off x="36460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1001" name="Google Shape;1001;p70"/>
          <p:cNvSpPr/>
          <p:nvPr/>
        </p:nvSpPr>
        <p:spPr>
          <a:xfrm>
            <a:off x="43273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07" name="Google Shape;1007;p71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71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71"/>
          <p:cNvSpPr/>
          <p:nvPr/>
        </p:nvSpPr>
        <p:spPr>
          <a:xfrm>
            <a:off x="2432651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6</a:t>
            </a:r>
            <a:endParaRPr sz="967"/>
          </a:p>
        </p:txBody>
      </p:sp>
      <p:sp>
        <p:nvSpPr>
          <p:cNvPr id="1010" name="Google Shape;1010;p71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1011" name="Google Shape;1011;p71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1012" name="Google Shape;1012;p71"/>
          <p:cNvCxnSpPr/>
          <p:nvPr/>
        </p:nvCxnSpPr>
        <p:spPr>
          <a:xfrm flipH="1">
            <a:off x="2817850" y="1211650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3" name="Google Shape;1013;p71"/>
          <p:cNvSpPr txBox="1"/>
          <p:nvPr/>
        </p:nvSpPr>
        <p:spPr>
          <a:xfrm>
            <a:off x="6457950" y="3347575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6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71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1015" name="Google Shape;1015;p71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1016" name="Google Shape;1016;p71"/>
          <p:cNvSpPr/>
          <p:nvPr/>
        </p:nvSpPr>
        <p:spPr>
          <a:xfrm>
            <a:off x="22834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1017" name="Google Shape;1017;p71"/>
          <p:cNvSpPr/>
          <p:nvPr/>
        </p:nvSpPr>
        <p:spPr>
          <a:xfrm>
            <a:off x="29647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1018" name="Google Shape;1018;p71"/>
          <p:cNvSpPr/>
          <p:nvPr/>
        </p:nvSpPr>
        <p:spPr>
          <a:xfrm>
            <a:off x="36460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1019" name="Google Shape;1019;p71"/>
          <p:cNvSpPr/>
          <p:nvPr/>
        </p:nvSpPr>
        <p:spPr>
          <a:xfrm>
            <a:off x="43273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1020" name="Google Shape;1020;p71"/>
          <p:cNvSpPr/>
          <p:nvPr/>
        </p:nvSpPr>
        <p:spPr>
          <a:xfrm>
            <a:off x="50086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26" name="Google Shape;1026;p72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72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72"/>
          <p:cNvSpPr/>
          <p:nvPr/>
        </p:nvSpPr>
        <p:spPr>
          <a:xfrm>
            <a:off x="3203925" y="1827376"/>
            <a:ext cx="778500" cy="778500"/>
          </a:xfrm>
          <a:prstGeom prst="rect">
            <a:avLst/>
          </a:prstGeom>
          <a:solidFill>
            <a:schemeClr val="lt2"/>
          </a:solidFill>
          <a:ln cap="flat" cmpd="sng" w="660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3125" lIns="63125" spcFirstLastPara="1" rIns="63125" wrap="square" tIns="63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67"/>
              <a:t>7</a:t>
            </a:r>
            <a:endParaRPr sz="967"/>
          </a:p>
        </p:txBody>
      </p:sp>
      <p:sp>
        <p:nvSpPr>
          <p:cNvPr id="1029" name="Google Shape;1029;p72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cxnSp>
        <p:nvCxnSpPr>
          <p:cNvPr id="1030" name="Google Shape;1030;p72"/>
          <p:cNvCxnSpPr/>
          <p:nvPr/>
        </p:nvCxnSpPr>
        <p:spPr>
          <a:xfrm flipH="1">
            <a:off x="3589125" y="1211663"/>
            <a:ext cx="8100" cy="48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72"/>
          <p:cNvSpPr txBox="1"/>
          <p:nvPr/>
        </p:nvSpPr>
        <p:spPr>
          <a:xfrm>
            <a:off x="6610175" y="3320400"/>
            <a:ext cx="2569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 o menor? = 7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72"/>
          <p:cNvSpPr/>
          <p:nvPr/>
        </p:nvSpPr>
        <p:spPr>
          <a:xfrm>
            <a:off x="9208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0</a:t>
            </a:r>
            <a:endParaRPr sz="1150"/>
          </a:p>
        </p:txBody>
      </p:sp>
      <p:sp>
        <p:nvSpPr>
          <p:cNvPr id="1033" name="Google Shape;1033;p72"/>
          <p:cNvSpPr/>
          <p:nvPr/>
        </p:nvSpPr>
        <p:spPr>
          <a:xfrm>
            <a:off x="16021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1</a:t>
            </a:r>
            <a:endParaRPr sz="1150"/>
          </a:p>
        </p:txBody>
      </p:sp>
      <p:sp>
        <p:nvSpPr>
          <p:cNvPr id="1034" name="Google Shape;1034;p72"/>
          <p:cNvSpPr/>
          <p:nvPr/>
        </p:nvSpPr>
        <p:spPr>
          <a:xfrm>
            <a:off x="22834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2</a:t>
            </a:r>
            <a:endParaRPr sz="1150"/>
          </a:p>
        </p:txBody>
      </p:sp>
      <p:sp>
        <p:nvSpPr>
          <p:cNvPr id="1035" name="Google Shape;1035;p72"/>
          <p:cNvSpPr/>
          <p:nvPr/>
        </p:nvSpPr>
        <p:spPr>
          <a:xfrm>
            <a:off x="29647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3</a:t>
            </a:r>
            <a:endParaRPr sz="1150"/>
          </a:p>
        </p:txBody>
      </p:sp>
      <p:sp>
        <p:nvSpPr>
          <p:cNvPr id="1036" name="Google Shape;1036;p72"/>
          <p:cNvSpPr/>
          <p:nvPr/>
        </p:nvSpPr>
        <p:spPr>
          <a:xfrm>
            <a:off x="36460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4</a:t>
            </a:r>
            <a:endParaRPr sz="1150"/>
          </a:p>
        </p:txBody>
      </p:sp>
      <p:sp>
        <p:nvSpPr>
          <p:cNvPr id="1037" name="Google Shape;1037;p72"/>
          <p:cNvSpPr/>
          <p:nvPr/>
        </p:nvSpPr>
        <p:spPr>
          <a:xfrm>
            <a:off x="43273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5</a:t>
            </a:r>
            <a:endParaRPr sz="1150"/>
          </a:p>
        </p:txBody>
      </p:sp>
      <p:sp>
        <p:nvSpPr>
          <p:cNvPr id="1038" name="Google Shape;1038;p72"/>
          <p:cNvSpPr/>
          <p:nvPr/>
        </p:nvSpPr>
        <p:spPr>
          <a:xfrm>
            <a:off x="50086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6</a:t>
            </a:r>
            <a:endParaRPr sz="1150"/>
          </a:p>
        </p:txBody>
      </p:sp>
      <p:sp>
        <p:nvSpPr>
          <p:cNvPr id="1039" name="Google Shape;1039;p72"/>
          <p:cNvSpPr/>
          <p:nvPr/>
        </p:nvSpPr>
        <p:spPr>
          <a:xfrm>
            <a:off x="5689901" y="3286975"/>
            <a:ext cx="681300" cy="629100"/>
          </a:xfrm>
          <a:prstGeom prst="rect">
            <a:avLst/>
          </a:prstGeom>
          <a:solidFill>
            <a:schemeClr val="lt2"/>
          </a:solidFill>
          <a:ln cap="flat" cmpd="sng" w="7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100" lIns="75100" spcFirstLastPara="1" rIns="75100" wrap="square" tIns="7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150"/>
              <a:t>7</a:t>
            </a:r>
            <a:endParaRPr sz="11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45" name="Google Shape;1045;p73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73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73"/>
          <p:cNvSpPr txBox="1"/>
          <p:nvPr>
            <p:ph type="title"/>
          </p:nvPr>
        </p:nvSpPr>
        <p:spPr>
          <a:xfrm>
            <a:off x="527479" y="658950"/>
            <a:ext cx="4571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Demonstração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48" name="Google Shape;1048;p73"/>
          <p:cNvSpPr/>
          <p:nvPr/>
        </p:nvSpPr>
        <p:spPr>
          <a:xfrm>
            <a:off x="1238837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0</a:t>
            </a:r>
            <a:endParaRPr sz="1406"/>
          </a:p>
        </p:txBody>
      </p:sp>
      <p:sp>
        <p:nvSpPr>
          <p:cNvPr id="1049" name="Google Shape;1049;p73"/>
          <p:cNvSpPr/>
          <p:nvPr/>
        </p:nvSpPr>
        <p:spPr>
          <a:xfrm>
            <a:off x="2072106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1</a:t>
            </a:r>
            <a:endParaRPr sz="1406"/>
          </a:p>
        </p:txBody>
      </p:sp>
      <p:sp>
        <p:nvSpPr>
          <p:cNvPr id="1050" name="Google Shape;1050;p73"/>
          <p:cNvSpPr/>
          <p:nvPr/>
        </p:nvSpPr>
        <p:spPr>
          <a:xfrm>
            <a:off x="2905375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2</a:t>
            </a:r>
            <a:endParaRPr sz="1406"/>
          </a:p>
        </p:txBody>
      </p:sp>
      <p:sp>
        <p:nvSpPr>
          <p:cNvPr id="1051" name="Google Shape;1051;p73"/>
          <p:cNvSpPr/>
          <p:nvPr/>
        </p:nvSpPr>
        <p:spPr>
          <a:xfrm>
            <a:off x="3738644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3</a:t>
            </a:r>
            <a:endParaRPr sz="1406"/>
          </a:p>
        </p:txBody>
      </p:sp>
      <p:sp>
        <p:nvSpPr>
          <p:cNvPr id="1052" name="Google Shape;1052;p73"/>
          <p:cNvSpPr/>
          <p:nvPr/>
        </p:nvSpPr>
        <p:spPr>
          <a:xfrm>
            <a:off x="4571912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4</a:t>
            </a:r>
            <a:endParaRPr sz="1406"/>
          </a:p>
        </p:txBody>
      </p:sp>
      <p:sp>
        <p:nvSpPr>
          <p:cNvPr id="1053" name="Google Shape;1053;p73"/>
          <p:cNvSpPr/>
          <p:nvPr/>
        </p:nvSpPr>
        <p:spPr>
          <a:xfrm>
            <a:off x="5405181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5</a:t>
            </a:r>
            <a:endParaRPr sz="1406"/>
          </a:p>
        </p:txBody>
      </p:sp>
      <p:sp>
        <p:nvSpPr>
          <p:cNvPr id="1054" name="Google Shape;1054;p73"/>
          <p:cNvSpPr/>
          <p:nvPr/>
        </p:nvSpPr>
        <p:spPr>
          <a:xfrm>
            <a:off x="6238450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6</a:t>
            </a:r>
            <a:endParaRPr sz="1406"/>
          </a:p>
        </p:txBody>
      </p:sp>
      <p:sp>
        <p:nvSpPr>
          <p:cNvPr id="1055" name="Google Shape;1055;p73"/>
          <p:cNvSpPr/>
          <p:nvPr/>
        </p:nvSpPr>
        <p:spPr>
          <a:xfrm>
            <a:off x="7071719" y="2297425"/>
            <a:ext cx="833400" cy="769500"/>
          </a:xfrm>
          <a:prstGeom prst="rect">
            <a:avLst/>
          </a:prstGeom>
          <a:solidFill>
            <a:schemeClr val="lt2"/>
          </a:solidFill>
          <a:ln cap="flat" cmpd="sng" w="9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850" lIns="91850" spcFirstLastPara="1" rIns="91850" wrap="square" tIns="91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406"/>
              <a:t>7</a:t>
            </a:r>
            <a:endParaRPr sz="1406"/>
          </a:p>
        </p:txBody>
      </p:sp>
      <p:sp>
        <p:nvSpPr>
          <p:cNvPr id="1056" name="Google Shape;1056;p73"/>
          <p:cNvSpPr txBox="1"/>
          <p:nvPr/>
        </p:nvSpPr>
        <p:spPr>
          <a:xfrm>
            <a:off x="2213250" y="1433488"/>
            <a:ext cx="4717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Vetor ordenado utilizando o TimSort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62" name="Google Shape;1062;p74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74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4"/>
          <p:cNvSpPr txBox="1"/>
          <p:nvPr>
            <p:ph type="title"/>
          </p:nvPr>
        </p:nvSpPr>
        <p:spPr>
          <a:xfrm>
            <a:off x="526009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pt-PT" sz="3250"/>
              <a:t>Complexidade - TimSort</a:t>
            </a:r>
            <a:endParaRPr sz="325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5" name="Google Shape;1065;p74"/>
          <p:cNvSpPr txBox="1"/>
          <p:nvPr>
            <p:ph idx="1" type="body"/>
          </p:nvPr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Melhor caso: </a:t>
            </a:r>
            <a:r>
              <a:rPr b="1" i="1" lang="pt-PT" sz="1700">
                <a:latin typeface="Arial"/>
                <a:ea typeface="Arial"/>
                <a:cs typeface="Arial"/>
                <a:sym typeface="Arial"/>
              </a:rPr>
              <a:t>O(n)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Caso médio: </a:t>
            </a:r>
            <a:r>
              <a:rPr b="1" i="1" lang="pt-PT" sz="1700">
                <a:latin typeface="Arial"/>
                <a:ea typeface="Arial"/>
                <a:cs typeface="Arial"/>
                <a:sym typeface="Arial"/>
              </a:rPr>
              <a:t>O(n log n);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•"/>
            </a:pPr>
            <a:r>
              <a:rPr lang="pt-PT" sz="1700">
                <a:latin typeface="Arial"/>
                <a:ea typeface="Arial"/>
                <a:cs typeface="Arial"/>
                <a:sym typeface="Arial"/>
              </a:rPr>
              <a:t>Pior caso: </a:t>
            </a:r>
            <a:r>
              <a:rPr b="1" i="1" lang="pt-PT" sz="1700">
                <a:latin typeface="Arial"/>
                <a:ea typeface="Arial"/>
                <a:cs typeface="Arial"/>
                <a:sym typeface="Arial"/>
              </a:rPr>
              <a:t>O(n log n)</a:t>
            </a:r>
            <a:r>
              <a:rPr lang="pt-PT" sz="1700"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71" name="Google Shape;1071;p75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75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/>
              <a:t>Resultados e Discussão</a:t>
            </a:r>
            <a:endParaRPr/>
          </a:p>
        </p:txBody>
      </p:sp>
      <p:sp>
        <p:nvSpPr>
          <p:cNvPr id="1073" name="Google Shape;1073;p75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75"/>
          <p:cNvSpPr txBox="1"/>
          <p:nvPr/>
        </p:nvSpPr>
        <p:spPr>
          <a:xfrm>
            <a:off x="6298875" y="2449874"/>
            <a:ext cx="2733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700">
                <a:solidFill>
                  <a:srgbClr val="000000"/>
                </a:solidFill>
              </a:rPr>
              <a:t>Gráfico 1:</a:t>
            </a:r>
            <a:r>
              <a:rPr lang="pt-PT" sz="1700">
                <a:solidFill>
                  <a:srgbClr val="000000"/>
                </a:solidFill>
              </a:rPr>
              <a:t> Tempo Médio de Execução - </a:t>
            </a:r>
            <a:r>
              <a:rPr lang="pt-PT" sz="1700"/>
              <a:t>Merge Sort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075" name="Google Shape;1075;p75"/>
          <p:cNvSpPr txBox="1"/>
          <p:nvPr/>
        </p:nvSpPr>
        <p:spPr>
          <a:xfrm>
            <a:off x="6298875" y="3078605"/>
            <a:ext cx="2733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</a:rPr>
              <a:t>Fonte:</a:t>
            </a:r>
            <a:r>
              <a:rPr lang="pt-PT" sz="1500">
                <a:solidFill>
                  <a:srgbClr val="000000"/>
                </a:solidFill>
              </a:rPr>
              <a:t> </a:t>
            </a:r>
            <a:r>
              <a:rPr lang="pt-PT" sz="1500"/>
              <a:t>Elaboração</a:t>
            </a:r>
            <a:r>
              <a:rPr lang="pt-PT" sz="1500">
                <a:solidFill>
                  <a:srgbClr val="000000"/>
                </a:solidFill>
              </a:rPr>
              <a:t> Própri</a:t>
            </a:r>
            <a:r>
              <a:rPr lang="pt-PT" sz="1500"/>
              <a:t>a</a:t>
            </a:r>
            <a:r>
              <a:rPr lang="pt-PT" sz="1500">
                <a:solidFill>
                  <a:srgbClr val="000000"/>
                </a:solidFill>
              </a:rPr>
              <a:t>, 2026.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076" name="Google Shape;1076;p75" title="desempenho_merges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125" y="1265850"/>
            <a:ext cx="5688574" cy="341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7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82" name="Google Shape;1082;p76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76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/>
              <a:t>Resultados e Discussão</a:t>
            </a:r>
            <a:endParaRPr/>
          </a:p>
        </p:txBody>
      </p:sp>
      <p:sp>
        <p:nvSpPr>
          <p:cNvPr id="1084" name="Google Shape;1084;p76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76"/>
          <p:cNvSpPr txBox="1"/>
          <p:nvPr/>
        </p:nvSpPr>
        <p:spPr>
          <a:xfrm>
            <a:off x="6298875" y="2449874"/>
            <a:ext cx="2733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700">
                <a:solidFill>
                  <a:srgbClr val="000000"/>
                </a:solidFill>
              </a:rPr>
              <a:t>Gráfico </a:t>
            </a:r>
            <a:r>
              <a:rPr b="1" lang="pt-PT" sz="1700"/>
              <a:t>2</a:t>
            </a:r>
            <a:r>
              <a:rPr b="1" lang="pt-PT" sz="1700">
                <a:solidFill>
                  <a:srgbClr val="000000"/>
                </a:solidFill>
              </a:rPr>
              <a:t>:</a:t>
            </a:r>
            <a:r>
              <a:rPr lang="pt-PT" sz="1700">
                <a:solidFill>
                  <a:srgbClr val="000000"/>
                </a:solidFill>
              </a:rPr>
              <a:t> Tempo Médio de Execução - </a:t>
            </a:r>
            <a:r>
              <a:rPr lang="pt-PT" sz="1700"/>
              <a:t>Tim</a:t>
            </a:r>
            <a:r>
              <a:rPr lang="pt-PT" sz="1700">
                <a:solidFill>
                  <a:srgbClr val="000000"/>
                </a:solidFill>
              </a:rPr>
              <a:t> Sort.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086" name="Google Shape;1086;p76"/>
          <p:cNvSpPr txBox="1"/>
          <p:nvPr/>
        </p:nvSpPr>
        <p:spPr>
          <a:xfrm>
            <a:off x="6298875" y="3078605"/>
            <a:ext cx="2733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</a:rPr>
              <a:t>Fonte:</a:t>
            </a:r>
            <a:r>
              <a:rPr lang="pt-PT" sz="1500">
                <a:solidFill>
                  <a:srgbClr val="000000"/>
                </a:solidFill>
              </a:rPr>
              <a:t> </a:t>
            </a:r>
            <a:r>
              <a:rPr lang="pt-PT" sz="1500"/>
              <a:t>Elaboração</a:t>
            </a:r>
            <a:r>
              <a:rPr lang="pt-PT" sz="1500">
                <a:solidFill>
                  <a:srgbClr val="000000"/>
                </a:solidFill>
              </a:rPr>
              <a:t> Própri</a:t>
            </a:r>
            <a:r>
              <a:rPr lang="pt-PT" sz="1500"/>
              <a:t>a</a:t>
            </a:r>
            <a:r>
              <a:rPr lang="pt-PT" sz="1500">
                <a:solidFill>
                  <a:srgbClr val="000000"/>
                </a:solidFill>
              </a:rPr>
              <a:t>, 2026.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087" name="Google Shape;1087;p76" title="desempenho_tims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425" y="1203450"/>
            <a:ext cx="5765790" cy="345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093" name="Google Shape;1093;p77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77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/>
              <a:t>Resultados e Discussão</a:t>
            </a:r>
            <a:endParaRPr/>
          </a:p>
        </p:txBody>
      </p:sp>
      <p:sp>
        <p:nvSpPr>
          <p:cNvPr id="1095" name="Google Shape;1095;p77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77"/>
          <p:cNvSpPr txBox="1"/>
          <p:nvPr/>
        </p:nvSpPr>
        <p:spPr>
          <a:xfrm>
            <a:off x="6298875" y="2449874"/>
            <a:ext cx="2733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700">
                <a:solidFill>
                  <a:srgbClr val="000000"/>
                </a:solidFill>
              </a:rPr>
              <a:t>Gráfico </a:t>
            </a:r>
            <a:r>
              <a:rPr b="1" lang="pt-PT" sz="1700"/>
              <a:t>3</a:t>
            </a:r>
            <a:r>
              <a:rPr b="1" lang="pt-PT" sz="1700">
                <a:solidFill>
                  <a:srgbClr val="000000"/>
                </a:solidFill>
              </a:rPr>
              <a:t>:</a:t>
            </a:r>
            <a:r>
              <a:rPr lang="pt-PT" sz="1700">
                <a:solidFill>
                  <a:srgbClr val="000000"/>
                </a:solidFill>
              </a:rPr>
              <a:t> </a:t>
            </a:r>
            <a:r>
              <a:rPr lang="pt-PT" sz="1700"/>
              <a:t>Comparativo em caso decrescente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097" name="Google Shape;1097;p77"/>
          <p:cNvSpPr txBox="1"/>
          <p:nvPr/>
        </p:nvSpPr>
        <p:spPr>
          <a:xfrm>
            <a:off x="6298875" y="3078605"/>
            <a:ext cx="2733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</a:rPr>
              <a:t>Fonte:</a:t>
            </a:r>
            <a:r>
              <a:rPr lang="pt-PT" sz="1500">
                <a:solidFill>
                  <a:srgbClr val="000000"/>
                </a:solidFill>
              </a:rPr>
              <a:t> </a:t>
            </a:r>
            <a:r>
              <a:rPr lang="pt-PT" sz="1500"/>
              <a:t>Elaboração</a:t>
            </a:r>
            <a:r>
              <a:rPr lang="pt-PT" sz="1500">
                <a:solidFill>
                  <a:srgbClr val="000000"/>
                </a:solidFill>
              </a:rPr>
              <a:t> Própri</a:t>
            </a:r>
            <a:r>
              <a:rPr lang="pt-PT" sz="1500"/>
              <a:t>a</a:t>
            </a:r>
            <a:r>
              <a:rPr lang="pt-PT" sz="1500">
                <a:solidFill>
                  <a:srgbClr val="000000"/>
                </a:solidFill>
              </a:rPr>
              <a:t>, 2026.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098" name="Google Shape;1098;p77" title="comparacao_decresc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00" y="1277325"/>
            <a:ext cx="5764676" cy="337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104" name="Google Shape;1104;p78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78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/>
              <a:t>Resultados e Discussão</a:t>
            </a:r>
            <a:endParaRPr/>
          </a:p>
        </p:txBody>
      </p:sp>
      <p:sp>
        <p:nvSpPr>
          <p:cNvPr id="1106" name="Google Shape;1106;p78"/>
          <p:cNvSpPr txBox="1"/>
          <p:nvPr/>
        </p:nvSpPr>
        <p:spPr>
          <a:xfrm>
            <a:off x="6298875" y="3078605"/>
            <a:ext cx="2733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</a:rPr>
              <a:t>Fonte:</a:t>
            </a:r>
            <a:r>
              <a:rPr lang="pt-PT" sz="1500">
                <a:solidFill>
                  <a:srgbClr val="000000"/>
                </a:solidFill>
              </a:rPr>
              <a:t> </a:t>
            </a:r>
            <a:r>
              <a:rPr lang="pt-PT" sz="1500"/>
              <a:t>Elaboração</a:t>
            </a:r>
            <a:r>
              <a:rPr lang="pt-PT" sz="1500">
                <a:solidFill>
                  <a:srgbClr val="000000"/>
                </a:solidFill>
              </a:rPr>
              <a:t> Própri</a:t>
            </a:r>
            <a:r>
              <a:rPr lang="pt-PT" sz="1500"/>
              <a:t>a</a:t>
            </a:r>
            <a:r>
              <a:rPr lang="pt-PT" sz="1500">
                <a:solidFill>
                  <a:srgbClr val="000000"/>
                </a:solidFill>
              </a:rPr>
              <a:t>, 2026.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1107" name="Google Shape;1107;p78"/>
          <p:cNvSpPr txBox="1"/>
          <p:nvPr/>
        </p:nvSpPr>
        <p:spPr>
          <a:xfrm>
            <a:off x="6298875" y="2449874"/>
            <a:ext cx="2733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700">
                <a:solidFill>
                  <a:srgbClr val="000000"/>
                </a:solidFill>
              </a:rPr>
              <a:t>Gráfico </a:t>
            </a:r>
            <a:r>
              <a:rPr b="1" lang="pt-PT" sz="1700"/>
              <a:t>4</a:t>
            </a:r>
            <a:r>
              <a:rPr b="1" lang="pt-PT" sz="1700">
                <a:solidFill>
                  <a:srgbClr val="000000"/>
                </a:solidFill>
              </a:rPr>
              <a:t>:</a:t>
            </a:r>
            <a:r>
              <a:rPr lang="pt-PT" sz="1700">
                <a:solidFill>
                  <a:srgbClr val="000000"/>
                </a:solidFill>
              </a:rPr>
              <a:t> </a:t>
            </a:r>
            <a:r>
              <a:rPr lang="pt-PT" sz="1700"/>
              <a:t>Comparativo em caso crescente</a:t>
            </a:r>
            <a:endParaRPr sz="1700">
              <a:solidFill>
                <a:srgbClr val="000000"/>
              </a:solidFill>
            </a:endParaRPr>
          </a:p>
        </p:txBody>
      </p:sp>
      <p:pic>
        <p:nvPicPr>
          <p:cNvPr id="1108" name="Google Shape;1108;p78" title="comparacao_cresc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75" y="1192505"/>
            <a:ext cx="5780475" cy="346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78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115" name="Google Shape;1115;p79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79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/>
              <a:t>Resultados e Discussão</a:t>
            </a:r>
            <a:endParaRPr/>
          </a:p>
        </p:txBody>
      </p:sp>
      <p:sp>
        <p:nvSpPr>
          <p:cNvPr id="1117" name="Google Shape;1117;p79"/>
          <p:cNvSpPr txBox="1"/>
          <p:nvPr/>
        </p:nvSpPr>
        <p:spPr>
          <a:xfrm>
            <a:off x="6298875" y="3078605"/>
            <a:ext cx="2733900" cy="4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500">
                <a:solidFill>
                  <a:srgbClr val="000000"/>
                </a:solidFill>
              </a:rPr>
              <a:t>Fonte:</a:t>
            </a:r>
            <a:r>
              <a:rPr lang="pt-PT" sz="1500">
                <a:solidFill>
                  <a:srgbClr val="000000"/>
                </a:solidFill>
              </a:rPr>
              <a:t> </a:t>
            </a:r>
            <a:r>
              <a:rPr lang="pt-PT" sz="1500"/>
              <a:t>Elaboração</a:t>
            </a:r>
            <a:r>
              <a:rPr lang="pt-PT" sz="1500">
                <a:solidFill>
                  <a:srgbClr val="000000"/>
                </a:solidFill>
              </a:rPr>
              <a:t> Própri</a:t>
            </a:r>
            <a:r>
              <a:rPr lang="pt-PT" sz="1500"/>
              <a:t>a</a:t>
            </a:r>
            <a:r>
              <a:rPr lang="pt-PT" sz="1500">
                <a:solidFill>
                  <a:srgbClr val="000000"/>
                </a:solidFill>
              </a:rPr>
              <a:t>, 2026.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1118" name="Google Shape;1118;p79"/>
          <p:cNvSpPr txBox="1"/>
          <p:nvPr/>
        </p:nvSpPr>
        <p:spPr>
          <a:xfrm>
            <a:off x="6298875" y="2449874"/>
            <a:ext cx="27339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700">
                <a:solidFill>
                  <a:srgbClr val="000000"/>
                </a:solidFill>
              </a:rPr>
              <a:t>Gráfico </a:t>
            </a:r>
            <a:r>
              <a:rPr b="1" lang="pt-PT" sz="1700"/>
              <a:t>5</a:t>
            </a:r>
            <a:r>
              <a:rPr b="1" lang="pt-PT" sz="1700">
                <a:solidFill>
                  <a:srgbClr val="000000"/>
                </a:solidFill>
              </a:rPr>
              <a:t>:</a:t>
            </a:r>
            <a:r>
              <a:rPr lang="pt-PT" sz="1700">
                <a:solidFill>
                  <a:srgbClr val="000000"/>
                </a:solidFill>
              </a:rPr>
              <a:t> </a:t>
            </a:r>
            <a:r>
              <a:rPr lang="pt-PT" sz="1700"/>
              <a:t>Comparativo em caso aleatório.</a:t>
            </a:r>
            <a:endParaRPr sz="1700"/>
          </a:p>
        </p:txBody>
      </p:sp>
      <p:pic>
        <p:nvPicPr>
          <p:cNvPr id="1119" name="Google Shape;1119;p79" title="comparacao_aleato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000" y="1232100"/>
            <a:ext cx="5724540" cy="34347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79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126" name="Google Shape;1126;p80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80"/>
          <p:cNvSpPr txBox="1"/>
          <p:nvPr>
            <p:ph type="title"/>
          </p:nvPr>
        </p:nvSpPr>
        <p:spPr>
          <a:xfrm>
            <a:off x="518400" y="813600"/>
            <a:ext cx="77802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pt-PT"/>
              <a:t>Conclusão</a:t>
            </a:r>
            <a:endParaRPr/>
          </a:p>
        </p:txBody>
      </p:sp>
      <p:sp>
        <p:nvSpPr>
          <p:cNvPr id="1128" name="Google Shape;1128;p80"/>
          <p:cNvSpPr txBox="1"/>
          <p:nvPr/>
        </p:nvSpPr>
        <p:spPr>
          <a:xfrm>
            <a:off x="628650" y="1374506"/>
            <a:ext cx="8088900" cy="3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pt-PT" sz="1700"/>
              <a:t>MergeSort é eficiente e consistente, com desempenho estável independentemente da ordem dos dados;</a:t>
            </a:r>
            <a:endParaRPr sz="1700"/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pt-PT" sz="1700"/>
              <a:t>TimSort é adaptativo e pode ser mais rápido em dados já ordenados, mas perde desempenho em cenários desordenados</a:t>
            </a:r>
            <a:r>
              <a:rPr lang="pt-PT" sz="1700">
                <a:solidFill>
                  <a:srgbClr val="000000"/>
                </a:solidFill>
              </a:rPr>
              <a:t>;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700"/>
              <a:buChar char="•"/>
            </a:pPr>
            <a:r>
              <a:rPr lang="pt-PT" sz="1700">
                <a:solidFill>
                  <a:srgbClr val="000000"/>
                </a:solidFill>
              </a:rPr>
              <a:t>Não existe o algoritmo melhor em todos os casos, mas sim o mais adequado a cada caso.</a:t>
            </a:r>
            <a:endParaRPr sz="1700">
              <a:solidFill>
                <a:srgbClr val="000000"/>
              </a:solidFill>
            </a:endParaRPr>
          </a:p>
        </p:txBody>
      </p:sp>
      <p:sp>
        <p:nvSpPr>
          <p:cNvPr id="1129" name="Google Shape;1129;p80"/>
          <p:cNvSpPr txBox="1"/>
          <p:nvPr>
            <p:ph idx="1" type="body"/>
          </p:nvPr>
        </p:nvSpPr>
        <p:spPr>
          <a:xfrm>
            <a:off x="3305813" y="4809600"/>
            <a:ext cx="2532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pt-PT" sz="1300">
                <a:latin typeface="Arial"/>
                <a:ea typeface="Arial"/>
                <a:cs typeface="Arial"/>
                <a:sym typeface="Arial"/>
              </a:rPr>
              <a:t>@ufpi.edu.br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1"/>
          <p:cNvSpPr txBox="1"/>
          <p:nvPr>
            <p:ph type="title"/>
          </p:nvPr>
        </p:nvSpPr>
        <p:spPr>
          <a:xfrm>
            <a:off x="530119" y="286838"/>
            <a:ext cx="851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PT" sz="2400"/>
              <a:t>Referências</a:t>
            </a:r>
            <a:endParaRPr sz="2400"/>
          </a:p>
        </p:txBody>
      </p:sp>
      <p:sp>
        <p:nvSpPr>
          <p:cNvPr id="1136" name="Google Shape;1136;p81"/>
          <p:cNvSpPr txBox="1"/>
          <p:nvPr>
            <p:ph idx="1" type="body"/>
          </p:nvPr>
        </p:nvSpPr>
        <p:spPr>
          <a:xfrm>
            <a:off x="530119" y="1194113"/>
            <a:ext cx="8257800" cy="3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Aho, A.V., Hopcroft, J. E., and Ullman, J. D. (1974). The Design and Analysis of Computer Algorithms. Addison-Wesley.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Auger, N., Jugé, V., Nicaud, C., and Pivoteau, C. (2018). On the worst-case complexity of TimSort. In 26th Annual European Symposium on Algorithms (ESA 2018), volume 112 of Leibniz International Proceedings in Informatics (LIPIcs), pages 4:1–4:13. Schloss Dagstuhl– Leibniz-Zentrum für Informatik.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Bentley, J. L. and McIlroy, M. D. (1993). Engineering a sort function. Software: Practice and Experience, 23(11):1249–1265.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Cormen, T. H., Leiserson, C. E., Rivest, R. L., and Stein, C. (2009). Introduction to Algorithms. MIT Press, Cambridge, MA, 3 edition.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8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138" name="Google Shape;1138;p81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82"/>
          <p:cNvSpPr txBox="1"/>
          <p:nvPr>
            <p:ph type="title"/>
          </p:nvPr>
        </p:nvSpPr>
        <p:spPr>
          <a:xfrm>
            <a:off x="530119" y="286838"/>
            <a:ext cx="851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PT" sz="2400"/>
              <a:t>Referências</a:t>
            </a:r>
            <a:endParaRPr sz="2400"/>
          </a:p>
        </p:txBody>
      </p:sp>
      <p:sp>
        <p:nvSpPr>
          <p:cNvPr id="1145" name="Google Shape;1145;p82"/>
          <p:cNvSpPr txBox="1"/>
          <p:nvPr>
            <p:ph idx="1" type="body"/>
          </p:nvPr>
        </p:nvSpPr>
        <p:spPr>
          <a:xfrm>
            <a:off x="530119" y="1194113"/>
            <a:ext cx="8257800" cy="3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Gonnet, G. H. and Baeza-Yates, R. (1991). Handbook of Algorithms and Data Structures. Addison-Wesley.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Knuth, D. E. (1998). The Art of Computer Programming, Volume 3: Sorting and Searching. Addison-Wesley, Reading, MA, 2 edition.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McIlroy, P. M. (1993). Optimistic sorting and information theoretic complexity. pages 467–474.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Peters, T. (2002). TimSort description. CPython source repository.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Sedgewick, R. and Wayne, K. (2011). Algorithms. Addison-Wesley Professional, Upper Saddle River, NJ, 4 edition.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Weiss, M. A. (2014). Data Structures and Algorithm Analysis in Java. Pearson, 3 edition.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8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147" name="Google Shape;1147;p82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3"/>
          <p:cNvSpPr txBox="1"/>
          <p:nvPr>
            <p:ph type="title"/>
          </p:nvPr>
        </p:nvSpPr>
        <p:spPr>
          <a:xfrm>
            <a:off x="530119" y="286838"/>
            <a:ext cx="8515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pt-PT" sz="2400"/>
              <a:t>Referências</a:t>
            </a:r>
            <a:endParaRPr sz="2400"/>
          </a:p>
        </p:txBody>
      </p:sp>
      <p:sp>
        <p:nvSpPr>
          <p:cNvPr id="1154" name="Google Shape;1154;p83"/>
          <p:cNvSpPr txBox="1"/>
          <p:nvPr>
            <p:ph idx="1" type="body"/>
          </p:nvPr>
        </p:nvSpPr>
        <p:spPr>
          <a:xfrm>
            <a:off x="530119" y="1194113"/>
            <a:ext cx="8257800" cy="3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PT" sz="14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rPr>
              <a:t>Wiredu, J. K., Akobre, S., Aabaah, I., and Wumpini, U. A. (2025). A unified framework for theoretical and experimental evaluation of classical and modern sorting algorithms in real-time systems. Journal of Information Systems and Informatics, 7(4):3143–3185.</a:t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156" name="Google Shape;1156;p83"/>
          <p:cNvSpPr/>
          <p:nvPr/>
        </p:nvSpPr>
        <p:spPr>
          <a:xfrm>
            <a:off x="8484056" y="4810744"/>
            <a:ext cx="261000" cy="19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